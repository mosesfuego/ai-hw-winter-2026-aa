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10287000" cx="18288000"/>
  <p:notesSz cx="6858000" cy="9144000"/>
  <p:embeddedFontLst>
    <p:embeddedFont>
      <p:font typeface="Cardo"/>
      <p:regular r:id="rId16"/>
      <p:bold r:id="rId17"/>
      <p:italic r:id="rId18"/>
    </p:embeddedFont>
    <p:embeddedFont>
      <p:font typeface="Inter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3" roundtripDataSignature="AMtx7mgYk5odP/lFJR43ziY6Vo3mc9Dx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.fntdata"/><Relationship Id="rId11" Type="http://schemas.openxmlformats.org/officeDocument/2006/relationships/slide" Target="slides/slide6.xml"/><Relationship Id="rId22" Type="http://schemas.openxmlformats.org/officeDocument/2006/relationships/font" Target="fonts/Inter-boldItalic.fntdata"/><Relationship Id="rId10" Type="http://schemas.openxmlformats.org/officeDocument/2006/relationships/slide" Target="slides/slide5.xml"/><Relationship Id="rId21" Type="http://schemas.openxmlformats.org/officeDocument/2006/relationships/font" Target="fonts/Inter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Cardo-bold.fntdata"/><Relationship Id="rId16" Type="http://schemas.openxmlformats.org/officeDocument/2006/relationships/font" Target="fonts/Card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Inter-regular.fntdata"/><Relationship Id="rId6" Type="http://schemas.openxmlformats.org/officeDocument/2006/relationships/slide" Target="slides/slide1.xml"/><Relationship Id="rId18" Type="http://schemas.openxmlformats.org/officeDocument/2006/relationships/font" Target="fonts/Card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4" name="Google Shape;19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718a07838d_0_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g3718a07838d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This presentation explores how managerial accounting tools can ensure profitability, align with ethical leadership, and promote transparency.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42ea6d20f4_0_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g342ea6d20f4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We assume a white-box setting — the attacker has full access to gradients.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Perturbations are constrained by an L-infinity bound ε.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The goal is to cause misclassification while remaining visually imperceptible.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718a07838d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g3718a07838d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With just one gradient step, performance drops dramatically.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At ε=0.3, over 82% of previously correct predictions are flipped.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718a07838d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g3718a07838d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PGD is dramatically stronger.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At ε=0.2, the model is essentially destroyed.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At ε=0.3, the model fails completely.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ccc7ef1692_0_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g3ccc7ef1692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Momentum makes attacks even more stable and consistent.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The model is nearly entirely compromised.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ccc7ef1692_0_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g3ccc7ef1692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Notice the steep nonlinear drop for PGD and MI-FGSM.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Robustness does not degrade smoothly — it collapses.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ccc7ef1692_0_1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g3ccc7ef1692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718a07838d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g3718a07838d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The model generalizes well on clean data,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but its decision boundary is extremely unstable under adversarial perturbations.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718a07838d_0_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g3718a07838d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2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oogle Shape;13;p13"/>
          <p:cNvGrpSpPr/>
          <p:nvPr/>
        </p:nvGrpSpPr>
        <p:grpSpPr>
          <a:xfrm>
            <a:off x="0" y="0"/>
            <a:ext cx="6310448" cy="10287066"/>
            <a:chOff x="0" y="0"/>
            <a:chExt cx="1662000" cy="2709333"/>
          </a:xfrm>
        </p:grpSpPr>
        <p:sp>
          <p:nvSpPr>
            <p:cNvPr id="14" name="Google Shape;14;p13"/>
            <p:cNvSpPr/>
            <p:nvPr/>
          </p:nvSpPr>
          <p:spPr>
            <a:xfrm>
              <a:off x="0" y="0"/>
              <a:ext cx="1661910" cy="2709333"/>
            </a:xfrm>
            <a:custGeom>
              <a:rect b="b" l="l" r="r" t="t"/>
              <a:pathLst>
                <a:path extrusionOk="0" h="2709333" w="1661910">
                  <a:moveTo>
                    <a:pt x="0" y="0"/>
                  </a:moveTo>
                  <a:lnTo>
                    <a:pt x="1661910" y="0"/>
                  </a:lnTo>
                  <a:lnTo>
                    <a:pt x="166191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</p:sp>
        <p:sp>
          <p:nvSpPr>
            <p:cNvPr id="15" name="Google Shape;15;p13"/>
            <p:cNvSpPr txBox="1"/>
            <p:nvPr/>
          </p:nvSpPr>
          <p:spPr>
            <a:xfrm>
              <a:off x="0" y="38100"/>
              <a:ext cx="1662000" cy="267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" name="Google Shape;16;p13"/>
          <p:cNvSpPr txBox="1"/>
          <p:nvPr>
            <p:ph type="title"/>
          </p:nvPr>
        </p:nvSpPr>
        <p:spPr>
          <a:xfrm>
            <a:off x="629825" y="1725325"/>
            <a:ext cx="5191200" cy="35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body"/>
          </p:nvPr>
        </p:nvSpPr>
        <p:spPr>
          <a:xfrm>
            <a:off x="667975" y="5210300"/>
            <a:ext cx="4809600" cy="24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195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 sz="2100">
                <a:solidFill>
                  <a:schemeClr val="lt1"/>
                </a:solidFill>
              </a:defRPr>
            </a:lvl1pPr>
            <a:lvl2pPr indent="-36195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100"/>
              <a:buChar char="–"/>
              <a:defRPr>
                <a:solidFill>
                  <a:schemeClr val="lt1"/>
                </a:solidFill>
              </a:defRPr>
            </a:lvl2pPr>
            <a:lvl3pPr indent="-36195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3pPr>
            <a:lvl4pPr indent="-3619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Char char="–"/>
              <a:defRPr>
                <a:solidFill>
                  <a:schemeClr val="lt1"/>
                </a:solidFill>
              </a:defRPr>
            </a:lvl4pPr>
            <a:lvl5pPr indent="-36195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Char char="»"/>
              <a:defRPr>
                <a:solidFill>
                  <a:schemeClr val="lt1"/>
                </a:solidFill>
              </a:defRPr>
            </a:lvl5pPr>
            <a:lvl6pPr indent="-36195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6pPr>
            <a:lvl7pPr indent="-36195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7pPr>
            <a:lvl8pPr indent="-36195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8pPr>
            <a:lvl9pPr indent="-36195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2" type="body"/>
          </p:nvPr>
        </p:nvSpPr>
        <p:spPr>
          <a:xfrm>
            <a:off x="629825" y="8416350"/>
            <a:ext cx="4809600" cy="12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195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 sz="2100">
                <a:solidFill>
                  <a:schemeClr val="lt1"/>
                </a:solidFill>
              </a:defRPr>
            </a:lvl1pPr>
            <a:lvl2pPr indent="-36195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100"/>
              <a:buChar char="–"/>
              <a:defRPr>
                <a:solidFill>
                  <a:schemeClr val="lt1"/>
                </a:solidFill>
              </a:defRPr>
            </a:lvl2pPr>
            <a:lvl3pPr indent="-36195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3pPr>
            <a:lvl4pPr indent="-3619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Char char="–"/>
              <a:defRPr>
                <a:solidFill>
                  <a:schemeClr val="lt1"/>
                </a:solidFill>
              </a:defRPr>
            </a:lvl4pPr>
            <a:lvl5pPr indent="-36195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Char char="»"/>
              <a:defRPr>
                <a:solidFill>
                  <a:schemeClr val="lt1"/>
                </a:solidFill>
              </a:defRPr>
            </a:lvl5pPr>
            <a:lvl6pPr indent="-36195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6pPr>
            <a:lvl7pPr indent="-36195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7pPr>
            <a:lvl8pPr indent="-36195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8pPr>
            <a:lvl9pPr indent="-36195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9pPr>
          </a:lstStyle>
          <a:p/>
        </p:txBody>
      </p:sp>
      <p:sp>
        <p:nvSpPr>
          <p:cNvPr id="21" name="Google Shape;21;p2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2" name="Google Shape;22;p2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3" name="Google Shape;23;p2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4" name="Google Shape;24;p2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5" name="Google Shape;2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4">
  <p:cSld name="CUSTOM_4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1"/>
          <p:cNvSpPr/>
          <p:nvPr>
            <p:ph idx="2" type="pic"/>
          </p:nvPr>
        </p:nvSpPr>
        <p:spPr>
          <a:xfrm>
            <a:off x="0" y="-30525"/>
            <a:ext cx="18288000" cy="102870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30" name="Google Shape;30;p11"/>
          <p:cNvGrpSpPr/>
          <p:nvPr/>
        </p:nvGrpSpPr>
        <p:grpSpPr>
          <a:xfrm>
            <a:off x="1423736" y="2714475"/>
            <a:ext cx="15440629" cy="3086120"/>
            <a:chOff x="0" y="0"/>
            <a:chExt cx="4066641" cy="812800"/>
          </a:xfrm>
        </p:grpSpPr>
        <p:sp>
          <p:nvSpPr>
            <p:cNvPr id="31" name="Google Shape;31;p11"/>
            <p:cNvSpPr/>
            <p:nvPr/>
          </p:nvSpPr>
          <p:spPr>
            <a:xfrm>
              <a:off x="0" y="0"/>
              <a:ext cx="4066641" cy="812800"/>
            </a:xfrm>
            <a:custGeom>
              <a:rect b="b" l="l" r="r" t="t"/>
              <a:pathLst>
                <a:path extrusionOk="0" h="812800" w="4066641">
                  <a:moveTo>
                    <a:pt x="0" y="0"/>
                  </a:moveTo>
                  <a:lnTo>
                    <a:pt x="4066641" y="0"/>
                  </a:lnTo>
                  <a:lnTo>
                    <a:pt x="406664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</p:sp>
        <p:sp>
          <p:nvSpPr>
            <p:cNvPr id="32" name="Google Shape;32;p11"/>
            <p:cNvSpPr txBox="1"/>
            <p:nvPr/>
          </p:nvSpPr>
          <p:spPr>
            <a:xfrm>
              <a:off x="0" y="38100"/>
              <a:ext cx="4066500" cy="77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" name="Google Shape;33;p11"/>
          <p:cNvGrpSpPr/>
          <p:nvPr/>
        </p:nvGrpSpPr>
        <p:grpSpPr>
          <a:xfrm>
            <a:off x="1423736" y="6172200"/>
            <a:ext cx="15440629" cy="3086120"/>
            <a:chOff x="0" y="0"/>
            <a:chExt cx="4066641" cy="812800"/>
          </a:xfrm>
        </p:grpSpPr>
        <p:sp>
          <p:nvSpPr>
            <p:cNvPr id="34" name="Google Shape;34;p11"/>
            <p:cNvSpPr/>
            <p:nvPr/>
          </p:nvSpPr>
          <p:spPr>
            <a:xfrm>
              <a:off x="0" y="0"/>
              <a:ext cx="4066641" cy="812800"/>
            </a:xfrm>
            <a:custGeom>
              <a:rect b="b" l="l" r="r" t="t"/>
              <a:pathLst>
                <a:path extrusionOk="0" h="812800" w="4066641">
                  <a:moveTo>
                    <a:pt x="0" y="0"/>
                  </a:moveTo>
                  <a:lnTo>
                    <a:pt x="4066641" y="0"/>
                  </a:lnTo>
                  <a:lnTo>
                    <a:pt x="406664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</p:sp>
        <p:sp>
          <p:nvSpPr>
            <p:cNvPr id="35" name="Google Shape;35;p11"/>
            <p:cNvSpPr txBox="1"/>
            <p:nvPr/>
          </p:nvSpPr>
          <p:spPr>
            <a:xfrm>
              <a:off x="0" y="38100"/>
              <a:ext cx="4066500" cy="77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" name="Google Shape;36;p11"/>
          <p:cNvGrpSpPr/>
          <p:nvPr/>
        </p:nvGrpSpPr>
        <p:grpSpPr>
          <a:xfrm>
            <a:off x="2186659" y="3488249"/>
            <a:ext cx="1191077" cy="1191077"/>
            <a:chOff x="0" y="0"/>
            <a:chExt cx="812800" cy="812800"/>
          </a:xfrm>
        </p:grpSpPr>
        <p:sp>
          <p:nvSpPr>
            <p:cNvPr id="37" name="Google Shape;37;p1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B6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11"/>
            <p:cNvSpPr txBox="1"/>
            <p:nvPr/>
          </p:nvSpPr>
          <p:spPr>
            <a:xfrm>
              <a:off x="76200" y="114300"/>
              <a:ext cx="660300" cy="62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" name="Google Shape;39;p11"/>
          <p:cNvGrpSpPr/>
          <p:nvPr/>
        </p:nvGrpSpPr>
        <p:grpSpPr>
          <a:xfrm>
            <a:off x="2186659" y="6945974"/>
            <a:ext cx="1191077" cy="1191077"/>
            <a:chOff x="0" y="0"/>
            <a:chExt cx="812800" cy="812800"/>
          </a:xfrm>
        </p:grpSpPr>
        <p:sp>
          <p:nvSpPr>
            <p:cNvPr id="40" name="Google Shape;40;p1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B6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11"/>
            <p:cNvSpPr txBox="1"/>
            <p:nvPr/>
          </p:nvSpPr>
          <p:spPr>
            <a:xfrm>
              <a:off x="76200" y="114300"/>
              <a:ext cx="660300" cy="62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" name="Google Shape;42;p11"/>
          <p:cNvGrpSpPr/>
          <p:nvPr/>
        </p:nvGrpSpPr>
        <p:grpSpPr>
          <a:xfrm>
            <a:off x="10042119" y="3488249"/>
            <a:ext cx="1191077" cy="1191077"/>
            <a:chOff x="0" y="0"/>
            <a:chExt cx="812800" cy="812800"/>
          </a:xfrm>
        </p:grpSpPr>
        <p:sp>
          <p:nvSpPr>
            <p:cNvPr id="43" name="Google Shape;43;p1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B6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11"/>
            <p:cNvSpPr txBox="1"/>
            <p:nvPr/>
          </p:nvSpPr>
          <p:spPr>
            <a:xfrm>
              <a:off x="76200" y="114300"/>
              <a:ext cx="660300" cy="62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" name="Google Shape;45;p11"/>
          <p:cNvGrpSpPr/>
          <p:nvPr/>
        </p:nvGrpSpPr>
        <p:grpSpPr>
          <a:xfrm>
            <a:off x="10042119" y="6945974"/>
            <a:ext cx="1191077" cy="1191077"/>
            <a:chOff x="0" y="0"/>
            <a:chExt cx="812800" cy="812800"/>
          </a:xfrm>
        </p:grpSpPr>
        <p:sp>
          <p:nvSpPr>
            <p:cNvPr id="46" name="Google Shape;46;p1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B6A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11"/>
            <p:cNvSpPr txBox="1"/>
            <p:nvPr/>
          </p:nvSpPr>
          <p:spPr>
            <a:xfrm>
              <a:off x="76200" y="114300"/>
              <a:ext cx="660300" cy="62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8" name="Google Shape;48;p11"/>
          <p:cNvSpPr txBox="1"/>
          <p:nvPr>
            <p:ph idx="1" type="subTitle"/>
          </p:nvPr>
        </p:nvSpPr>
        <p:spPr>
          <a:xfrm>
            <a:off x="3702550" y="3439175"/>
            <a:ext cx="35118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rdo"/>
              <a:buNone/>
              <a:defRPr sz="3200">
                <a:solidFill>
                  <a:schemeClr val="lt1"/>
                </a:solidFill>
                <a:latin typeface="Cardo"/>
                <a:ea typeface="Cardo"/>
                <a:cs typeface="Cardo"/>
                <a:sym typeface="Cardo"/>
              </a:defRPr>
            </a:lvl1pPr>
            <a:lvl2pPr lvl="1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3" type="body"/>
          </p:nvPr>
        </p:nvSpPr>
        <p:spPr>
          <a:xfrm>
            <a:off x="3702550" y="4336200"/>
            <a:ext cx="35118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195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 sz="2100">
                <a:solidFill>
                  <a:schemeClr val="lt1"/>
                </a:solidFill>
              </a:defRPr>
            </a:lvl1pPr>
            <a:lvl2pPr indent="-36195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100"/>
              <a:buChar char="–"/>
              <a:defRPr>
                <a:solidFill>
                  <a:schemeClr val="lt1"/>
                </a:solidFill>
              </a:defRPr>
            </a:lvl2pPr>
            <a:lvl3pPr indent="-36195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3pPr>
            <a:lvl4pPr indent="-3619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Char char="–"/>
              <a:defRPr>
                <a:solidFill>
                  <a:schemeClr val="lt1"/>
                </a:solidFill>
              </a:defRPr>
            </a:lvl4pPr>
            <a:lvl5pPr indent="-36195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Char char="»"/>
              <a:defRPr>
                <a:solidFill>
                  <a:schemeClr val="lt1"/>
                </a:solidFill>
              </a:defRPr>
            </a:lvl5pPr>
            <a:lvl6pPr indent="-36195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6pPr>
            <a:lvl7pPr indent="-36195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7pPr>
            <a:lvl8pPr indent="-36195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8pPr>
            <a:lvl9pPr indent="-36195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" name="Google Shape;50;p11"/>
          <p:cNvSpPr txBox="1"/>
          <p:nvPr>
            <p:ph idx="4" type="subTitle"/>
          </p:nvPr>
        </p:nvSpPr>
        <p:spPr>
          <a:xfrm>
            <a:off x="2500175" y="3649125"/>
            <a:ext cx="687000" cy="8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6500"/>
              <a:buFont typeface="Cardo"/>
              <a:buNone/>
              <a:defRPr sz="6500">
                <a:solidFill>
                  <a:schemeClr val="lt1"/>
                </a:solidFill>
                <a:latin typeface="Cardo"/>
                <a:ea typeface="Cardo"/>
                <a:cs typeface="Cardo"/>
                <a:sym typeface="Cardo"/>
              </a:defRPr>
            </a:lvl1pPr>
            <a:lvl2pPr lvl="1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5" type="subTitle"/>
          </p:nvPr>
        </p:nvSpPr>
        <p:spPr>
          <a:xfrm>
            <a:off x="11508175" y="3446475"/>
            <a:ext cx="35118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rdo"/>
              <a:buNone/>
              <a:defRPr sz="3200">
                <a:solidFill>
                  <a:schemeClr val="lt1"/>
                </a:solidFill>
                <a:latin typeface="Cardo"/>
                <a:ea typeface="Cardo"/>
                <a:cs typeface="Cardo"/>
                <a:sym typeface="Cardo"/>
              </a:defRPr>
            </a:lvl1pPr>
            <a:lvl2pPr lvl="1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6" type="body"/>
          </p:nvPr>
        </p:nvSpPr>
        <p:spPr>
          <a:xfrm>
            <a:off x="11508175" y="4343500"/>
            <a:ext cx="35118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195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 sz="2100">
                <a:solidFill>
                  <a:schemeClr val="lt1"/>
                </a:solidFill>
              </a:defRPr>
            </a:lvl1pPr>
            <a:lvl2pPr indent="-36195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100"/>
              <a:buChar char="–"/>
              <a:defRPr>
                <a:solidFill>
                  <a:schemeClr val="lt1"/>
                </a:solidFill>
              </a:defRPr>
            </a:lvl2pPr>
            <a:lvl3pPr indent="-36195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3pPr>
            <a:lvl4pPr indent="-3619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Char char="–"/>
              <a:defRPr>
                <a:solidFill>
                  <a:schemeClr val="lt1"/>
                </a:solidFill>
              </a:defRPr>
            </a:lvl4pPr>
            <a:lvl5pPr indent="-36195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Char char="»"/>
              <a:defRPr>
                <a:solidFill>
                  <a:schemeClr val="lt1"/>
                </a:solidFill>
              </a:defRPr>
            </a:lvl5pPr>
            <a:lvl6pPr indent="-36195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6pPr>
            <a:lvl7pPr indent="-36195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7pPr>
            <a:lvl8pPr indent="-36195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8pPr>
            <a:lvl9pPr indent="-36195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" name="Google Shape;53;p11"/>
          <p:cNvSpPr txBox="1"/>
          <p:nvPr>
            <p:ph idx="7" type="subTitle"/>
          </p:nvPr>
        </p:nvSpPr>
        <p:spPr>
          <a:xfrm>
            <a:off x="10305800" y="3656425"/>
            <a:ext cx="687000" cy="8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6500"/>
              <a:buFont typeface="Cardo"/>
              <a:buNone/>
              <a:defRPr sz="6500">
                <a:solidFill>
                  <a:schemeClr val="lt1"/>
                </a:solidFill>
                <a:latin typeface="Cardo"/>
                <a:ea typeface="Cardo"/>
                <a:cs typeface="Cardo"/>
                <a:sym typeface="Cardo"/>
              </a:defRPr>
            </a:lvl1pPr>
            <a:lvl2pPr lvl="1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54" name="Google Shape;54;p11"/>
          <p:cNvSpPr txBox="1"/>
          <p:nvPr>
            <p:ph idx="8" type="subTitle"/>
          </p:nvPr>
        </p:nvSpPr>
        <p:spPr>
          <a:xfrm>
            <a:off x="11508175" y="6806650"/>
            <a:ext cx="35118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rdo"/>
              <a:buNone/>
              <a:defRPr sz="3200">
                <a:solidFill>
                  <a:schemeClr val="lt1"/>
                </a:solidFill>
                <a:latin typeface="Cardo"/>
                <a:ea typeface="Cardo"/>
                <a:cs typeface="Cardo"/>
                <a:sym typeface="Cardo"/>
              </a:defRPr>
            </a:lvl1pPr>
            <a:lvl2pPr lvl="1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9" type="body"/>
          </p:nvPr>
        </p:nvSpPr>
        <p:spPr>
          <a:xfrm>
            <a:off x="11508175" y="7703675"/>
            <a:ext cx="35118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195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 sz="2100">
                <a:solidFill>
                  <a:schemeClr val="lt1"/>
                </a:solidFill>
              </a:defRPr>
            </a:lvl1pPr>
            <a:lvl2pPr indent="-36195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100"/>
              <a:buChar char="–"/>
              <a:defRPr>
                <a:solidFill>
                  <a:schemeClr val="lt1"/>
                </a:solidFill>
              </a:defRPr>
            </a:lvl2pPr>
            <a:lvl3pPr indent="-36195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3pPr>
            <a:lvl4pPr indent="-3619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Char char="–"/>
              <a:defRPr>
                <a:solidFill>
                  <a:schemeClr val="lt1"/>
                </a:solidFill>
              </a:defRPr>
            </a:lvl4pPr>
            <a:lvl5pPr indent="-36195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Char char="»"/>
              <a:defRPr>
                <a:solidFill>
                  <a:schemeClr val="lt1"/>
                </a:solidFill>
              </a:defRPr>
            </a:lvl5pPr>
            <a:lvl6pPr indent="-36195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6pPr>
            <a:lvl7pPr indent="-36195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7pPr>
            <a:lvl8pPr indent="-36195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8pPr>
            <a:lvl9pPr indent="-36195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6" name="Google Shape;56;p11"/>
          <p:cNvSpPr txBox="1"/>
          <p:nvPr>
            <p:ph idx="13" type="subTitle"/>
          </p:nvPr>
        </p:nvSpPr>
        <p:spPr>
          <a:xfrm>
            <a:off x="10305800" y="7016600"/>
            <a:ext cx="687000" cy="8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6500"/>
              <a:buFont typeface="Cardo"/>
              <a:buNone/>
              <a:defRPr sz="6500">
                <a:solidFill>
                  <a:schemeClr val="lt1"/>
                </a:solidFill>
                <a:latin typeface="Cardo"/>
                <a:ea typeface="Cardo"/>
                <a:cs typeface="Cardo"/>
                <a:sym typeface="Cardo"/>
              </a:defRPr>
            </a:lvl1pPr>
            <a:lvl2pPr lvl="1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14" type="subTitle"/>
          </p:nvPr>
        </p:nvSpPr>
        <p:spPr>
          <a:xfrm>
            <a:off x="3702550" y="6806650"/>
            <a:ext cx="35118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rdo"/>
              <a:buNone/>
              <a:defRPr sz="3200">
                <a:solidFill>
                  <a:schemeClr val="lt1"/>
                </a:solidFill>
                <a:latin typeface="Cardo"/>
                <a:ea typeface="Cardo"/>
                <a:cs typeface="Cardo"/>
                <a:sym typeface="Cardo"/>
              </a:defRPr>
            </a:lvl1pPr>
            <a:lvl2pPr lvl="1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58" name="Google Shape;58;p11"/>
          <p:cNvSpPr txBox="1"/>
          <p:nvPr>
            <p:ph idx="15" type="body"/>
          </p:nvPr>
        </p:nvSpPr>
        <p:spPr>
          <a:xfrm>
            <a:off x="3702550" y="7703675"/>
            <a:ext cx="35118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195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 sz="2100">
                <a:solidFill>
                  <a:schemeClr val="lt1"/>
                </a:solidFill>
              </a:defRPr>
            </a:lvl1pPr>
            <a:lvl2pPr indent="-36195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100"/>
              <a:buChar char="–"/>
              <a:defRPr>
                <a:solidFill>
                  <a:schemeClr val="lt1"/>
                </a:solidFill>
              </a:defRPr>
            </a:lvl2pPr>
            <a:lvl3pPr indent="-36195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3pPr>
            <a:lvl4pPr indent="-3619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Char char="–"/>
              <a:defRPr>
                <a:solidFill>
                  <a:schemeClr val="lt1"/>
                </a:solidFill>
              </a:defRPr>
            </a:lvl4pPr>
            <a:lvl5pPr indent="-36195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Char char="»"/>
              <a:defRPr>
                <a:solidFill>
                  <a:schemeClr val="lt1"/>
                </a:solidFill>
              </a:defRPr>
            </a:lvl5pPr>
            <a:lvl6pPr indent="-36195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6pPr>
            <a:lvl7pPr indent="-36195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7pPr>
            <a:lvl8pPr indent="-36195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8pPr>
            <a:lvl9pPr indent="-36195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" name="Google Shape;59;p11"/>
          <p:cNvSpPr txBox="1"/>
          <p:nvPr>
            <p:ph idx="16" type="subTitle"/>
          </p:nvPr>
        </p:nvSpPr>
        <p:spPr>
          <a:xfrm>
            <a:off x="2500175" y="7016600"/>
            <a:ext cx="687000" cy="8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6500"/>
              <a:buFont typeface="Cardo"/>
              <a:buNone/>
              <a:defRPr sz="6500">
                <a:solidFill>
                  <a:schemeClr val="lt1"/>
                </a:solidFill>
                <a:latin typeface="Cardo"/>
                <a:ea typeface="Cardo"/>
                <a:cs typeface="Cardo"/>
                <a:sym typeface="Cardo"/>
              </a:defRPr>
            </a:lvl1pPr>
            <a:lvl2pPr lvl="1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">
  <p:cSld name="CUSTOM_3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/>
          <p:nvPr>
            <p:ph idx="2" type="pic"/>
          </p:nvPr>
        </p:nvSpPr>
        <p:spPr>
          <a:xfrm>
            <a:off x="-19075" y="-30525"/>
            <a:ext cx="4132800" cy="10285800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Google Shape;62;p12"/>
          <p:cNvSpPr/>
          <p:nvPr>
            <p:ph idx="3" type="pic"/>
          </p:nvPr>
        </p:nvSpPr>
        <p:spPr>
          <a:xfrm>
            <a:off x="4580475" y="-15275"/>
            <a:ext cx="4113600" cy="102870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3" name="Google Shape;63;p12"/>
          <p:cNvGrpSpPr/>
          <p:nvPr/>
        </p:nvGrpSpPr>
        <p:grpSpPr>
          <a:xfrm>
            <a:off x="6605335" y="1028700"/>
            <a:ext cx="11682742" cy="8229781"/>
            <a:chOff x="0" y="0"/>
            <a:chExt cx="3076916" cy="2167500"/>
          </a:xfrm>
        </p:grpSpPr>
        <p:sp>
          <p:nvSpPr>
            <p:cNvPr id="64" name="Google Shape;64;p12"/>
            <p:cNvSpPr/>
            <p:nvPr/>
          </p:nvSpPr>
          <p:spPr>
            <a:xfrm>
              <a:off x="0" y="0"/>
              <a:ext cx="3076916" cy="2167467"/>
            </a:xfrm>
            <a:custGeom>
              <a:rect b="b" l="l" r="r" t="t"/>
              <a:pathLst>
                <a:path extrusionOk="0" h="2167467" w="3076916">
                  <a:moveTo>
                    <a:pt x="0" y="0"/>
                  </a:moveTo>
                  <a:lnTo>
                    <a:pt x="3076916" y="0"/>
                  </a:lnTo>
                  <a:lnTo>
                    <a:pt x="307691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</p:sp>
        <p:sp>
          <p:nvSpPr>
            <p:cNvPr id="65" name="Google Shape;65;p12"/>
            <p:cNvSpPr txBox="1"/>
            <p:nvPr/>
          </p:nvSpPr>
          <p:spPr>
            <a:xfrm>
              <a:off x="0" y="38100"/>
              <a:ext cx="3076800" cy="212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66" name="Google Shape;66;p12"/>
          <p:cNvCxnSpPr/>
          <p:nvPr/>
        </p:nvCxnSpPr>
        <p:spPr>
          <a:xfrm rot="10800000">
            <a:off x="18307050" y="3598635"/>
            <a:ext cx="0" cy="361770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67" name="Google Shape;67;p12"/>
          <p:cNvPicPr preferRelativeResize="0"/>
          <p:nvPr/>
        </p:nvPicPr>
        <p:blipFill rotWithShape="1">
          <a:blip r:embed="rId2">
            <a:alphaModFix/>
          </a:blip>
          <a:srcRect b="0" l="44347" r="0" t="0"/>
          <a:stretch/>
        </p:blipFill>
        <p:spPr>
          <a:xfrm>
            <a:off x="8110504" y="650"/>
            <a:ext cx="10176350" cy="10285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" name="Google Shape;68;p12"/>
          <p:cNvGrpSpPr/>
          <p:nvPr/>
        </p:nvGrpSpPr>
        <p:grpSpPr>
          <a:xfrm>
            <a:off x="10970680" y="3345310"/>
            <a:ext cx="526619" cy="526619"/>
            <a:chOff x="0" y="0"/>
            <a:chExt cx="138697" cy="138697"/>
          </a:xfrm>
        </p:grpSpPr>
        <p:sp>
          <p:nvSpPr>
            <p:cNvPr id="69" name="Google Shape;69;p12"/>
            <p:cNvSpPr/>
            <p:nvPr/>
          </p:nvSpPr>
          <p:spPr>
            <a:xfrm>
              <a:off x="0" y="0"/>
              <a:ext cx="138697" cy="138697"/>
            </a:xfrm>
            <a:custGeom>
              <a:rect b="b" l="l" r="r" t="t"/>
              <a:pathLst>
                <a:path extrusionOk="0" h="138697" w="138697">
                  <a:moveTo>
                    <a:pt x="0" y="0"/>
                  </a:moveTo>
                  <a:lnTo>
                    <a:pt x="138697" y="0"/>
                  </a:lnTo>
                  <a:lnTo>
                    <a:pt x="138697" y="138697"/>
                  </a:lnTo>
                  <a:lnTo>
                    <a:pt x="0" y="138697"/>
                  </a:lnTo>
                  <a:close/>
                </a:path>
              </a:pathLst>
            </a:custGeom>
            <a:solidFill>
              <a:srgbClr val="0B6AE9"/>
            </a:solidFill>
            <a:ln>
              <a:noFill/>
            </a:ln>
          </p:spPr>
        </p:sp>
        <p:sp>
          <p:nvSpPr>
            <p:cNvPr id="70" name="Google Shape;70;p12"/>
            <p:cNvSpPr txBox="1"/>
            <p:nvPr/>
          </p:nvSpPr>
          <p:spPr>
            <a:xfrm>
              <a:off x="0" y="38100"/>
              <a:ext cx="138600" cy="10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1" name="Google Shape;71;p12"/>
          <p:cNvGrpSpPr/>
          <p:nvPr/>
        </p:nvGrpSpPr>
        <p:grpSpPr>
          <a:xfrm>
            <a:off x="15783313" y="3345310"/>
            <a:ext cx="526619" cy="526619"/>
            <a:chOff x="0" y="0"/>
            <a:chExt cx="138697" cy="138697"/>
          </a:xfrm>
        </p:grpSpPr>
        <p:sp>
          <p:nvSpPr>
            <p:cNvPr id="72" name="Google Shape;72;p12"/>
            <p:cNvSpPr/>
            <p:nvPr/>
          </p:nvSpPr>
          <p:spPr>
            <a:xfrm>
              <a:off x="0" y="0"/>
              <a:ext cx="138697" cy="138697"/>
            </a:xfrm>
            <a:custGeom>
              <a:rect b="b" l="l" r="r" t="t"/>
              <a:pathLst>
                <a:path extrusionOk="0" h="138697" w="138697">
                  <a:moveTo>
                    <a:pt x="0" y="0"/>
                  </a:moveTo>
                  <a:lnTo>
                    <a:pt x="138697" y="0"/>
                  </a:lnTo>
                  <a:lnTo>
                    <a:pt x="138697" y="138697"/>
                  </a:lnTo>
                  <a:lnTo>
                    <a:pt x="0" y="138697"/>
                  </a:lnTo>
                  <a:close/>
                </a:path>
              </a:pathLst>
            </a:custGeom>
            <a:solidFill>
              <a:srgbClr val="0B6AE9"/>
            </a:solidFill>
            <a:ln>
              <a:noFill/>
            </a:ln>
          </p:spPr>
        </p:sp>
        <p:sp>
          <p:nvSpPr>
            <p:cNvPr id="73" name="Google Shape;73;p12"/>
            <p:cNvSpPr txBox="1"/>
            <p:nvPr/>
          </p:nvSpPr>
          <p:spPr>
            <a:xfrm>
              <a:off x="0" y="38100"/>
              <a:ext cx="138600" cy="10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4" name="Google Shape;74;p12"/>
          <p:cNvGrpSpPr/>
          <p:nvPr/>
        </p:nvGrpSpPr>
        <p:grpSpPr>
          <a:xfrm>
            <a:off x="13573113" y="6943991"/>
            <a:ext cx="526619" cy="526619"/>
            <a:chOff x="0" y="0"/>
            <a:chExt cx="138697" cy="138697"/>
          </a:xfrm>
        </p:grpSpPr>
        <p:sp>
          <p:nvSpPr>
            <p:cNvPr id="75" name="Google Shape;75;p12"/>
            <p:cNvSpPr/>
            <p:nvPr/>
          </p:nvSpPr>
          <p:spPr>
            <a:xfrm>
              <a:off x="0" y="0"/>
              <a:ext cx="138697" cy="138697"/>
            </a:xfrm>
            <a:custGeom>
              <a:rect b="b" l="l" r="r" t="t"/>
              <a:pathLst>
                <a:path extrusionOk="0" h="138697" w="138697">
                  <a:moveTo>
                    <a:pt x="0" y="0"/>
                  </a:moveTo>
                  <a:lnTo>
                    <a:pt x="138697" y="0"/>
                  </a:lnTo>
                  <a:lnTo>
                    <a:pt x="138697" y="138697"/>
                  </a:lnTo>
                  <a:lnTo>
                    <a:pt x="0" y="138697"/>
                  </a:lnTo>
                  <a:close/>
                </a:path>
              </a:pathLst>
            </a:custGeom>
            <a:solidFill>
              <a:srgbClr val="0B6AE9"/>
            </a:solidFill>
            <a:ln>
              <a:noFill/>
            </a:ln>
          </p:spPr>
        </p:sp>
        <p:sp>
          <p:nvSpPr>
            <p:cNvPr id="76" name="Google Shape;76;p12"/>
            <p:cNvSpPr txBox="1"/>
            <p:nvPr/>
          </p:nvSpPr>
          <p:spPr>
            <a:xfrm>
              <a:off x="0" y="38100"/>
              <a:ext cx="138600" cy="10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7" name="Google Shape;77;p12"/>
          <p:cNvSpPr txBox="1"/>
          <p:nvPr>
            <p:ph idx="1" type="subTitle"/>
          </p:nvPr>
        </p:nvSpPr>
        <p:spPr>
          <a:xfrm>
            <a:off x="10162950" y="2141375"/>
            <a:ext cx="2271300" cy="8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6500"/>
              <a:buFont typeface="Cardo"/>
              <a:buNone/>
              <a:defRPr sz="6500">
                <a:solidFill>
                  <a:schemeClr val="lt1"/>
                </a:solidFill>
                <a:latin typeface="Cardo"/>
                <a:ea typeface="Cardo"/>
                <a:cs typeface="Cardo"/>
                <a:sym typeface="Cardo"/>
              </a:defRPr>
            </a:lvl1pPr>
            <a:lvl2pPr lvl="1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4" type="body"/>
          </p:nvPr>
        </p:nvSpPr>
        <p:spPr>
          <a:xfrm>
            <a:off x="9962550" y="4259850"/>
            <a:ext cx="2672100" cy="8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195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 sz="2100">
                <a:solidFill>
                  <a:schemeClr val="lt1"/>
                </a:solidFill>
              </a:defRPr>
            </a:lvl1pPr>
            <a:lvl2pPr indent="-36195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100"/>
              <a:buChar char="–"/>
              <a:defRPr>
                <a:solidFill>
                  <a:schemeClr val="lt1"/>
                </a:solidFill>
              </a:defRPr>
            </a:lvl2pPr>
            <a:lvl3pPr indent="-36195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3pPr>
            <a:lvl4pPr indent="-3619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Char char="–"/>
              <a:defRPr>
                <a:solidFill>
                  <a:schemeClr val="lt1"/>
                </a:solidFill>
              </a:defRPr>
            </a:lvl4pPr>
            <a:lvl5pPr indent="-36195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Char char="»"/>
              <a:defRPr>
                <a:solidFill>
                  <a:schemeClr val="lt1"/>
                </a:solidFill>
              </a:defRPr>
            </a:lvl5pPr>
            <a:lvl6pPr indent="-36195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6pPr>
            <a:lvl7pPr indent="-36195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7pPr>
            <a:lvl8pPr indent="-36195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8pPr>
            <a:lvl9pPr indent="-36195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2"/>
          <p:cNvSpPr txBox="1"/>
          <p:nvPr>
            <p:ph idx="5" type="subTitle"/>
          </p:nvPr>
        </p:nvSpPr>
        <p:spPr>
          <a:xfrm>
            <a:off x="14910975" y="2255625"/>
            <a:ext cx="2271300" cy="8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6500"/>
              <a:buFont typeface="Cardo"/>
              <a:buNone/>
              <a:defRPr sz="6500">
                <a:solidFill>
                  <a:schemeClr val="lt1"/>
                </a:solidFill>
                <a:latin typeface="Cardo"/>
                <a:ea typeface="Cardo"/>
                <a:cs typeface="Cardo"/>
                <a:sym typeface="Cardo"/>
              </a:defRPr>
            </a:lvl1pPr>
            <a:lvl2pPr lvl="1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6" type="body"/>
          </p:nvPr>
        </p:nvSpPr>
        <p:spPr>
          <a:xfrm>
            <a:off x="14710575" y="4374100"/>
            <a:ext cx="2672100" cy="8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195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 sz="2100">
                <a:solidFill>
                  <a:schemeClr val="lt1"/>
                </a:solidFill>
              </a:defRPr>
            </a:lvl1pPr>
            <a:lvl2pPr indent="-36195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100"/>
              <a:buChar char="–"/>
              <a:defRPr>
                <a:solidFill>
                  <a:schemeClr val="lt1"/>
                </a:solidFill>
              </a:defRPr>
            </a:lvl2pPr>
            <a:lvl3pPr indent="-36195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3pPr>
            <a:lvl4pPr indent="-3619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Char char="–"/>
              <a:defRPr>
                <a:solidFill>
                  <a:schemeClr val="lt1"/>
                </a:solidFill>
              </a:defRPr>
            </a:lvl4pPr>
            <a:lvl5pPr indent="-36195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Char char="»"/>
              <a:defRPr>
                <a:solidFill>
                  <a:schemeClr val="lt1"/>
                </a:solidFill>
              </a:defRPr>
            </a:lvl5pPr>
            <a:lvl6pPr indent="-36195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6pPr>
            <a:lvl7pPr indent="-36195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7pPr>
            <a:lvl8pPr indent="-36195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8pPr>
            <a:lvl9pPr indent="-36195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1" name="Google Shape;81;p12"/>
          <p:cNvSpPr txBox="1"/>
          <p:nvPr>
            <p:ph idx="7" type="subTitle"/>
          </p:nvPr>
        </p:nvSpPr>
        <p:spPr>
          <a:xfrm>
            <a:off x="12700775" y="5737663"/>
            <a:ext cx="2271300" cy="8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6500"/>
              <a:buFont typeface="Cardo"/>
              <a:buNone/>
              <a:defRPr sz="6500">
                <a:solidFill>
                  <a:schemeClr val="lt1"/>
                </a:solidFill>
                <a:latin typeface="Cardo"/>
                <a:ea typeface="Cardo"/>
                <a:cs typeface="Cardo"/>
                <a:sym typeface="Cardo"/>
              </a:defRPr>
            </a:lvl1pPr>
            <a:lvl2pPr lvl="1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8" type="body"/>
          </p:nvPr>
        </p:nvSpPr>
        <p:spPr>
          <a:xfrm>
            <a:off x="12500375" y="7856138"/>
            <a:ext cx="2672100" cy="8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195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 sz="2100">
                <a:solidFill>
                  <a:schemeClr val="lt1"/>
                </a:solidFill>
              </a:defRPr>
            </a:lvl1pPr>
            <a:lvl2pPr indent="-36195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100"/>
              <a:buChar char="–"/>
              <a:defRPr>
                <a:solidFill>
                  <a:schemeClr val="lt1"/>
                </a:solidFill>
              </a:defRPr>
            </a:lvl2pPr>
            <a:lvl3pPr indent="-36195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3pPr>
            <a:lvl4pPr indent="-3619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Char char="–"/>
              <a:defRPr>
                <a:solidFill>
                  <a:schemeClr val="lt1"/>
                </a:solidFill>
              </a:defRPr>
            </a:lvl4pPr>
            <a:lvl5pPr indent="-36195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Char char="»"/>
              <a:defRPr>
                <a:solidFill>
                  <a:schemeClr val="lt1"/>
                </a:solidFill>
              </a:defRPr>
            </a:lvl5pPr>
            <a:lvl6pPr indent="-36195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6pPr>
            <a:lvl7pPr indent="-36195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7pPr>
            <a:lvl8pPr indent="-36195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8pPr>
            <a:lvl9pPr indent="-36195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_1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/>
          <p:nvPr>
            <p:ph idx="2" type="pic"/>
          </p:nvPr>
        </p:nvSpPr>
        <p:spPr>
          <a:xfrm>
            <a:off x="-38175" y="-49625"/>
            <a:ext cx="18288000" cy="102870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85" name="Google Shape;85;p14"/>
          <p:cNvGrpSpPr/>
          <p:nvPr/>
        </p:nvGrpSpPr>
        <p:grpSpPr>
          <a:xfrm>
            <a:off x="125" y="2985200"/>
            <a:ext cx="18288118" cy="7301860"/>
            <a:chOff x="0" y="0"/>
            <a:chExt cx="4816592" cy="1923111"/>
          </a:xfrm>
        </p:grpSpPr>
        <p:sp>
          <p:nvSpPr>
            <p:cNvPr id="86" name="Google Shape;86;p14"/>
            <p:cNvSpPr/>
            <p:nvPr/>
          </p:nvSpPr>
          <p:spPr>
            <a:xfrm>
              <a:off x="0" y="0"/>
              <a:ext cx="4816592" cy="1923111"/>
            </a:xfrm>
            <a:custGeom>
              <a:rect b="b" l="l" r="r" t="t"/>
              <a:pathLst>
                <a:path extrusionOk="0" h="192311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923111"/>
                  </a:lnTo>
                  <a:lnTo>
                    <a:pt x="0" y="1923111"/>
                  </a:ln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</p:sp>
        <p:sp>
          <p:nvSpPr>
            <p:cNvPr id="87" name="Google Shape;87;p14"/>
            <p:cNvSpPr txBox="1"/>
            <p:nvPr/>
          </p:nvSpPr>
          <p:spPr>
            <a:xfrm>
              <a:off x="0" y="38100"/>
              <a:ext cx="4816500" cy="18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8" name="Google Shape;88;p14"/>
          <p:cNvGrpSpPr/>
          <p:nvPr/>
        </p:nvGrpSpPr>
        <p:grpSpPr>
          <a:xfrm>
            <a:off x="1852145" y="884038"/>
            <a:ext cx="4434772" cy="8374443"/>
            <a:chOff x="0" y="-38100"/>
            <a:chExt cx="1167998" cy="2205600"/>
          </a:xfrm>
        </p:grpSpPr>
        <p:sp>
          <p:nvSpPr>
            <p:cNvPr id="89" name="Google Shape;89;p14"/>
            <p:cNvSpPr/>
            <p:nvPr/>
          </p:nvSpPr>
          <p:spPr>
            <a:xfrm>
              <a:off x="0" y="0"/>
              <a:ext cx="1167998" cy="2167467"/>
            </a:xfrm>
            <a:custGeom>
              <a:rect b="b" l="l" r="r" t="t"/>
              <a:pathLst>
                <a:path extrusionOk="0" h="2167467" w="1167998">
                  <a:moveTo>
                    <a:pt x="0" y="0"/>
                  </a:moveTo>
                  <a:lnTo>
                    <a:pt x="1167998" y="0"/>
                  </a:lnTo>
                  <a:lnTo>
                    <a:pt x="1167998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90" name="Google Shape;90;p14"/>
            <p:cNvSpPr txBox="1"/>
            <p:nvPr/>
          </p:nvSpPr>
          <p:spPr>
            <a:xfrm>
              <a:off x="0" y="-38100"/>
              <a:ext cx="1167900" cy="220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" name="Google Shape;91;p14"/>
          <p:cNvGrpSpPr/>
          <p:nvPr/>
        </p:nvGrpSpPr>
        <p:grpSpPr>
          <a:xfrm>
            <a:off x="6926628" y="884038"/>
            <a:ext cx="4434772" cy="8374443"/>
            <a:chOff x="0" y="-38100"/>
            <a:chExt cx="1167998" cy="2205600"/>
          </a:xfrm>
        </p:grpSpPr>
        <p:sp>
          <p:nvSpPr>
            <p:cNvPr id="92" name="Google Shape;92;p14"/>
            <p:cNvSpPr/>
            <p:nvPr/>
          </p:nvSpPr>
          <p:spPr>
            <a:xfrm>
              <a:off x="0" y="0"/>
              <a:ext cx="1167998" cy="2167467"/>
            </a:xfrm>
            <a:custGeom>
              <a:rect b="b" l="l" r="r" t="t"/>
              <a:pathLst>
                <a:path extrusionOk="0" h="2167467" w="1167998">
                  <a:moveTo>
                    <a:pt x="0" y="0"/>
                  </a:moveTo>
                  <a:lnTo>
                    <a:pt x="1167998" y="0"/>
                  </a:lnTo>
                  <a:lnTo>
                    <a:pt x="1167998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93" name="Google Shape;93;p14"/>
            <p:cNvSpPr txBox="1"/>
            <p:nvPr/>
          </p:nvSpPr>
          <p:spPr>
            <a:xfrm>
              <a:off x="0" y="-38100"/>
              <a:ext cx="1167900" cy="220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" name="Google Shape;94;p14"/>
          <p:cNvGrpSpPr/>
          <p:nvPr/>
        </p:nvGrpSpPr>
        <p:grpSpPr>
          <a:xfrm>
            <a:off x="12001111" y="884038"/>
            <a:ext cx="4434772" cy="8374443"/>
            <a:chOff x="0" y="-38100"/>
            <a:chExt cx="1167998" cy="2205600"/>
          </a:xfrm>
        </p:grpSpPr>
        <p:sp>
          <p:nvSpPr>
            <p:cNvPr id="95" name="Google Shape;95;p14"/>
            <p:cNvSpPr/>
            <p:nvPr/>
          </p:nvSpPr>
          <p:spPr>
            <a:xfrm>
              <a:off x="0" y="0"/>
              <a:ext cx="1167998" cy="2167467"/>
            </a:xfrm>
            <a:custGeom>
              <a:rect b="b" l="l" r="r" t="t"/>
              <a:pathLst>
                <a:path extrusionOk="0" h="2167467" w="1167998">
                  <a:moveTo>
                    <a:pt x="0" y="0"/>
                  </a:moveTo>
                  <a:lnTo>
                    <a:pt x="1167998" y="0"/>
                  </a:lnTo>
                  <a:lnTo>
                    <a:pt x="1167998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96" name="Google Shape;96;p14"/>
            <p:cNvSpPr txBox="1"/>
            <p:nvPr/>
          </p:nvSpPr>
          <p:spPr>
            <a:xfrm>
              <a:off x="0" y="-38100"/>
              <a:ext cx="1167900" cy="220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7" name="Google Shape;9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17055" y="1844729"/>
            <a:ext cx="4104925" cy="410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91538" y="1844729"/>
            <a:ext cx="4104925" cy="410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166020" y="1844729"/>
            <a:ext cx="4104925" cy="41049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0" name="Google Shape;100;p14"/>
          <p:cNvGrpSpPr/>
          <p:nvPr/>
        </p:nvGrpSpPr>
        <p:grpSpPr>
          <a:xfrm>
            <a:off x="3806209" y="765392"/>
            <a:ext cx="526619" cy="526619"/>
            <a:chOff x="0" y="0"/>
            <a:chExt cx="138697" cy="138697"/>
          </a:xfrm>
        </p:grpSpPr>
        <p:sp>
          <p:nvSpPr>
            <p:cNvPr id="101" name="Google Shape;101;p14"/>
            <p:cNvSpPr/>
            <p:nvPr/>
          </p:nvSpPr>
          <p:spPr>
            <a:xfrm>
              <a:off x="0" y="0"/>
              <a:ext cx="138697" cy="138697"/>
            </a:xfrm>
            <a:custGeom>
              <a:rect b="b" l="l" r="r" t="t"/>
              <a:pathLst>
                <a:path extrusionOk="0" h="138697" w="138697">
                  <a:moveTo>
                    <a:pt x="0" y="0"/>
                  </a:moveTo>
                  <a:lnTo>
                    <a:pt x="138697" y="0"/>
                  </a:lnTo>
                  <a:lnTo>
                    <a:pt x="138697" y="138697"/>
                  </a:lnTo>
                  <a:lnTo>
                    <a:pt x="0" y="138697"/>
                  </a:lnTo>
                  <a:close/>
                </a:path>
              </a:pathLst>
            </a:custGeom>
            <a:solidFill>
              <a:srgbClr val="0B6AE9"/>
            </a:solidFill>
            <a:ln>
              <a:noFill/>
            </a:ln>
          </p:spPr>
        </p:sp>
        <p:sp>
          <p:nvSpPr>
            <p:cNvPr id="102" name="Google Shape;102;p14"/>
            <p:cNvSpPr txBox="1"/>
            <p:nvPr/>
          </p:nvSpPr>
          <p:spPr>
            <a:xfrm>
              <a:off x="0" y="38100"/>
              <a:ext cx="138600" cy="10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14"/>
          <p:cNvGrpSpPr/>
          <p:nvPr/>
        </p:nvGrpSpPr>
        <p:grpSpPr>
          <a:xfrm>
            <a:off x="8880692" y="765392"/>
            <a:ext cx="526619" cy="526619"/>
            <a:chOff x="0" y="0"/>
            <a:chExt cx="138697" cy="138697"/>
          </a:xfrm>
        </p:grpSpPr>
        <p:sp>
          <p:nvSpPr>
            <p:cNvPr id="104" name="Google Shape;104;p14"/>
            <p:cNvSpPr/>
            <p:nvPr/>
          </p:nvSpPr>
          <p:spPr>
            <a:xfrm>
              <a:off x="0" y="0"/>
              <a:ext cx="138697" cy="138697"/>
            </a:xfrm>
            <a:custGeom>
              <a:rect b="b" l="l" r="r" t="t"/>
              <a:pathLst>
                <a:path extrusionOk="0" h="138697" w="138697">
                  <a:moveTo>
                    <a:pt x="0" y="0"/>
                  </a:moveTo>
                  <a:lnTo>
                    <a:pt x="138697" y="0"/>
                  </a:lnTo>
                  <a:lnTo>
                    <a:pt x="138697" y="138697"/>
                  </a:lnTo>
                  <a:lnTo>
                    <a:pt x="0" y="138697"/>
                  </a:lnTo>
                  <a:close/>
                </a:path>
              </a:pathLst>
            </a:custGeom>
            <a:solidFill>
              <a:srgbClr val="0B6AE9"/>
            </a:solidFill>
            <a:ln>
              <a:noFill/>
            </a:ln>
          </p:spPr>
        </p:sp>
        <p:sp>
          <p:nvSpPr>
            <p:cNvPr id="105" name="Google Shape;105;p14"/>
            <p:cNvSpPr txBox="1"/>
            <p:nvPr/>
          </p:nvSpPr>
          <p:spPr>
            <a:xfrm>
              <a:off x="0" y="38100"/>
              <a:ext cx="138600" cy="10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14"/>
          <p:cNvGrpSpPr/>
          <p:nvPr/>
        </p:nvGrpSpPr>
        <p:grpSpPr>
          <a:xfrm>
            <a:off x="13955174" y="765392"/>
            <a:ext cx="526619" cy="526619"/>
            <a:chOff x="0" y="0"/>
            <a:chExt cx="138697" cy="138697"/>
          </a:xfrm>
        </p:grpSpPr>
        <p:sp>
          <p:nvSpPr>
            <p:cNvPr id="107" name="Google Shape;107;p14"/>
            <p:cNvSpPr/>
            <p:nvPr/>
          </p:nvSpPr>
          <p:spPr>
            <a:xfrm>
              <a:off x="0" y="0"/>
              <a:ext cx="138697" cy="138697"/>
            </a:xfrm>
            <a:custGeom>
              <a:rect b="b" l="l" r="r" t="t"/>
              <a:pathLst>
                <a:path extrusionOk="0" h="138697" w="138697">
                  <a:moveTo>
                    <a:pt x="0" y="0"/>
                  </a:moveTo>
                  <a:lnTo>
                    <a:pt x="138697" y="0"/>
                  </a:lnTo>
                  <a:lnTo>
                    <a:pt x="138697" y="138697"/>
                  </a:lnTo>
                  <a:lnTo>
                    <a:pt x="0" y="138697"/>
                  </a:lnTo>
                  <a:close/>
                </a:path>
              </a:pathLst>
            </a:custGeom>
            <a:solidFill>
              <a:srgbClr val="0B6AE9"/>
            </a:solidFill>
            <a:ln>
              <a:noFill/>
            </a:ln>
          </p:spPr>
        </p:sp>
        <p:sp>
          <p:nvSpPr>
            <p:cNvPr id="108" name="Google Shape;108;p14"/>
            <p:cNvSpPr txBox="1"/>
            <p:nvPr/>
          </p:nvSpPr>
          <p:spPr>
            <a:xfrm>
              <a:off x="0" y="38100"/>
              <a:ext cx="138600" cy="10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9" name="Google Shape;109;p14"/>
          <p:cNvSpPr txBox="1"/>
          <p:nvPr>
            <p:ph idx="1" type="body"/>
          </p:nvPr>
        </p:nvSpPr>
        <p:spPr>
          <a:xfrm>
            <a:off x="2156650" y="6966150"/>
            <a:ext cx="3798000" cy="19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1950" lvl="0" marL="45720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100"/>
              <a:buChar char="•"/>
              <a:defRPr sz="2100"/>
            </a:lvl1pPr>
            <a:lvl2pPr indent="-361950" lvl="1" marL="91440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Char char="–"/>
              <a:defRPr/>
            </a:lvl2pPr>
            <a:lvl3pPr indent="-361950" lvl="2" marL="137160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100"/>
              <a:buChar char="•"/>
              <a:defRPr/>
            </a:lvl3pPr>
            <a:lvl4pPr indent="-361950" lvl="3" marL="18288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Char char="–"/>
              <a:defRPr/>
            </a:lvl4pPr>
            <a:lvl5pPr indent="-361950" lvl="4" marL="22860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Char char="»"/>
              <a:defRPr/>
            </a:lvl5pPr>
            <a:lvl6pPr indent="-361950" lvl="5" marL="2743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6pPr>
            <a:lvl7pPr indent="-361950" lvl="6" marL="32004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7pPr>
            <a:lvl8pPr indent="-361950" lvl="7" marL="3657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8pPr>
            <a:lvl9pPr indent="-361950" lvl="8" marL="41148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9pPr>
          </a:lstStyle>
          <a:p/>
        </p:txBody>
      </p:sp>
      <p:sp>
        <p:nvSpPr>
          <p:cNvPr id="110" name="Google Shape;110;p14"/>
          <p:cNvSpPr txBox="1"/>
          <p:nvPr>
            <p:ph idx="3" type="body"/>
          </p:nvPr>
        </p:nvSpPr>
        <p:spPr>
          <a:xfrm>
            <a:off x="7199506" y="6966150"/>
            <a:ext cx="3798000" cy="19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1950" lvl="0" marL="45720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100"/>
              <a:buChar char="•"/>
              <a:defRPr sz="2100"/>
            </a:lvl1pPr>
            <a:lvl2pPr indent="-361950" lvl="1" marL="91440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Char char="–"/>
              <a:defRPr/>
            </a:lvl2pPr>
            <a:lvl3pPr indent="-361950" lvl="2" marL="137160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100"/>
              <a:buChar char="•"/>
              <a:defRPr/>
            </a:lvl3pPr>
            <a:lvl4pPr indent="-361950" lvl="3" marL="18288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Char char="–"/>
              <a:defRPr/>
            </a:lvl4pPr>
            <a:lvl5pPr indent="-361950" lvl="4" marL="22860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Char char="»"/>
              <a:defRPr/>
            </a:lvl5pPr>
            <a:lvl6pPr indent="-361950" lvl="5" marL="2743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6pPr>
            <a:lvl7pPr indent="-361950" lvl="6" marL="32004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7pPr>
            <a:lvl8pPr indent="-361950" lvl="7" marL="3657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8pPr>
            <a:lvl9pPr indent="-361950" lvl="8" marL="41148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9pPr>
          </a:lstStyle>
          <a:p/>
        </p:txBody>
      </p:sp>
      <p:sp>
        <p:nvSpPr>
          <p:cNvPr id="111" name="Google Shape;111;p14"/>
          <p:cNvSpPr txBox="1"/>
          <p:nvPr>
            <p:ph idx="4" type="body"/>
          </p:nvPr>
        </p:nvSpPr>
        <p:spPr>
          <a:xfrm>
            <a:off x="12318563" y="6966150"/>
            <a:ext cx="3798000" cy="19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1950" lvl="0" marL="45720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100"/>
              <a:buChar char="•"/>
              <a:defRPr sz="2100"/>
            </a:lvl1pPr>
            <a:lvl2pPr indent="-361950" lvl="1" marL="91440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Char char="–"/>
              <a:defRPr/>
            </a:lvl2pPr>
            <a:lvl3pPr indent="-361950" lvl="2" marL="137160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100"/>
              <a:buChar char="•"/>
              <a:defRPr/>
            </a:lvl3pPr>
            <a:lvl4pPr indent="-361950" lvl="3" marL="18288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Char char="–"/>
              <a:defRPr/>
            </a:lvl4pPr>
            <a:lvl5pPr indent="-361950" lvl="4" marL="22860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Char char="»"/>
              <a:defRPr/>
            </a:lvl5pPr>
            <a:lvl6pPr indent="-361950" lvl="5" marL="2743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6pPr>
            <a:lvl7pPr indent="-361950" lvl="6" marL="32004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7pPr>
            <a:lvl8pPr indent="-361950" lvl="7" marL="3657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8pPr>
            <a:lvl9pPr indent="-361950" lvl="8" marL="41148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9pPr>
          </a:lstStyle>
          <a:p/>
        </p:txBody>
      </p:sp>
      <p:sp>
        <p:nvSpPr>
          <p:cNvPr id="112" name="Google Shape;112;p14"/>
          <p:cNvSpPr txBox="1"/>
          <p:nvPr>
            <p:ph idx="5" type="subTitle"/>
          </p:nvPr>
        </p:nvSpPr>
        <p:spPr>
          <a:xfrm>
            <a:off x="2252075" y="6011875"/>
            <a:ext cx="35691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Cardo"/>
              <a:buNone/>
              <a:defRPr sz="3200">
                <a:latin typeface="Cardo"/>
                <a:ea typeface="Cardo"/>
                <a:cs typeface="Cardo"/>
                <a:sym typeface="Cardo"/>
              </a:defRPr>
            </a:lvl1pPr>
            <a:lvl2pPr lvl="1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113" name="Google Shape;113;p14"/>
          <p:cNvSpPr txBox="1"/>
          <p:nvPr>
            <p:ph idx="6" type="subTitle"/>
          </p:nvPr>
        </p:nvSpPr>
        <p:spPr>
          <a:xfrm>
            <a:off x="7359463" y="6011875"/>
            <a:ext cx="35691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Cardo"/>
              <a:buNone/>
              <a:defRPr sz="3200">
                <a:latin typeface="Cardo"/>
                <a:ea typeface="Cardo"/>
                <a:cs typeface="Cardo"/>
                <a:sym typeface="Cardo"/>
              </a:defRPr>
            </a:lvl1pPr>
            <a:lvl2pPr lvl="1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114" name="Google Shape;114;p14"/>
          <p:cNvSpPr txBox="1"/>
          <p:nvPr>
            <p:ph idx="7" type="subTitle"/>
          </p:nvPr>
        </p:nvSpPr>
        <p:spPr>
          <a:xfrm>
            <a:off x="12466838" y="6011875"/>
            <a:ext cx="35691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Cardo"/>
              <a:buNone/>
              <a:defRPr sz="3200">
                <a:latin typeface="Cardo"/>
                <a:ea typeface="Cardo"/>
                <a:cs typeface="Cardo"/>
                <a:sym typeface="Cardo"/>
              </a:defRPr>
            </a:lvl1pPr>
            <a:lvl2pPr lvl="1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Page">
  <p:cSld name="CUSTOM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oogle Shape;116;p15"/>
          <p:cNvGrpSpPr/>
          <p:nvPr/>
        </p:nvGrpSpPr>
        <p:grpSpPr>
          <a:xfrm>
            <a:off x="0" y="7056238"/>
            <a:ext cx="18288118" cy="3230782"/>
            <a:chOff x="0" y="-38100"/>
            <a:chExt cx="4816592" cy="850900"/>
          </a:xfrm>
        </p:grpSpPr>
        <p:sp>
          <p:nvSpPr>
            <p:cNvPr id="117" name="Google Shape;117;p15"/>
            <p:cNvSpPr/>
            <p:nvPr/>
          </p:nvSpPr>
          <p:spPr>
            <a:xfrm>
              <a:off x="0" y="0"/>
              <a:ext cx="4816592" cy="812800"/>
            </a:xfrm>
            <a:custGeom>
              <a:rect b="b" l="l" r="r" t="t"/>
              <a:pathLst>
                <a:path extrusionOk="0" h="81280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</p:sp>
        <p:sp>
          <p:nvSpPr>
            <p:cNvPr id="118" name="Google Shape;118;p15"/>
            <p:cNvSpPr txBox="1"/>
            <p:nvPr/>
          </p:nvSpPr>
          <p:spPr>
            <a:xfrm>
              <a:off x="0" y="-38100"/>
              <a:ext cx="4816500" cy="85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9" name="Google Shape;119;p15"/>
          <p:cNvGrpSpPr/>
          <p:nvPr/>
        </p:nvGrpSpPr>
        <p:grpSpPr>
          <a:xfrm>
            <a:off x="6610335" y="884038"/>
            <a:ext cx="10863311" cy="8374443"/>
            <a:chOff x="0" y="-38100"/>
            <a:chExt cx="2861100" cy="2205600"/>
          </a:xfrm>
        </p:grpSpPr>
        <p:sp>
          <p:nvSpPr>
            <p:cNvPr id="120" name="Google Shape;120;p15"/>
            <p:cNvSpPr/>
            <p:nvPr/>
          </p:nvSpPr>
          <p:spPr>
            <a:xfrm>
              <a:off x="0" y="0"/>
              <a:ext cx="2861035" cy="2167467"/>
            </a:xfrm>
            <a:custGeom>
              <a:rect b="b" l="l" r="r" t="t"/>
              <a:pathLst>
                <a:path extrusionOk="0" h="2167467" w="2861035">
                  <a:moveTo>
                    <a:pt x="0" y="0"/>
                  </a:moveTo>
                  <a:lnTo>
                    <a:pt x="2861035" y="0"/>
                  </a:lnTo>
                  <a:lnTo>
                    <a:pt x="286103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1" name="Google Shape;121;p15"/>
            <p:cNvSpPr txBox="1"/>
            <p:nvPr/>
          </p:nvSpPr>
          <p:spPr>
            <a:xfrm>
              <a:off x="0" y="-38100"/>
              <a:ext cx="2861100" cy="220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" name="Google Shape;122;p15"/>
          <p:cNvGrpSpPr/>
          <p:nvPr/>
        </p:nvGrpSpPr>
        <p:grpSpPr>
          <a:xfrm>
            <a:off x="16506154" y="8455982"/>
            <a:ext cx="576369" cy="576369"/>
            <a:chOff x="0" y="0"/>
            <a:chExt cx="151800" cy="151800"/>
          </a:xfrm>
        </p:grpSpPr>
        <p:sp>
          <p:nvSpPr>
            <p:cNvPr id="123" name="Google Shape;123;p15"/>
            <p:cNvSpPr/>
            <p:nvPr/>
          </p:nvSpPr>
          <p:spPr>
            <a:xfrm>
              <a:off x="0" y="0"/>
              <a:ext cx="151687" cy="151687"/>
            </a:xfrm>
            <a:custGeom>
              <a:rect b="b" l="l" r="r" t="t"/>
              <a:pathLst>
                <a:path extrusionOk="0" h="151687" w="151687">
                  <a:moveTo>
                    <a:pt x="0" y="0"/>
                  </a:moveTo>
                  <a:lnTo>
                    <a:pt x="151687" y="0"/>
                  </a:lnTo>
                  <a:lnTo>
                    <a:pt x="151687" y="151687"/>
                  </a:lnTo>
                  <a:lnTo>
                    <a:pt x="0" y="151687"/>
                  </a:lnTo>
                  <a:close/>
                </a:path>
              </a:pathLst>
            </a:custGeom>
            <a:solidFill>
              <a:srgbClr val="0B6AE9"/>
            </a:solidFill>
            <a:ln>
              <a:noFill/>
            </a:ln>
          </p:spPr>
        </p:sp>
        <p:sp>
          <p:nvSpPr>
            <p:cNvPr id="124" name="Google Shape;124;p15"/>
            <p:cNvSpPr txBox="1"/>
            <p:nvPr/>
          </p:nvSpPr>
          <p:spPr>
            <a:xfrm>
              <a:off x="0" y="38100"/>
              <a:ext cx="151800" cy="11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5" name="Google Shape;125;p15"/>
          <p:cNvGrpSpPr/>
          <p:nvPr/>
        </p:nvGrpSpPr>
        <p:grpSpPr>
          <a:xfrm>
            <a:off x="15575096" y="8455982"/>
            <a:ext cx="576369" cy="576369"/>
            <a:chOff x="0" y="0"/>
            <a:chExt cx="151800" cy="151800"/>
          </a:xfrm>
        </p:grpSpPr>
        <p:sp>
          <p:nvSpPr>
            <p:cNvPr id="126" name="Google Shape;126;p15"/>
            <p:cNvSpPr/>
            <p:nvPr/>
          </p:nvSpPr>
          <p:spPr>
            <a:xfrm>
              <a:off x="0" y="0"/>
              <a:ext cx="151687" cy="151687"/>
            </a:xfrm>
            <a:custGeom>
              <a:rect b="b" l="l" r="r" t="t"/>
              <a:pathLst>
                <a:path extrusionOk="0" h="151687" w="151687">
                  <a:moveTo>
                    <a:pt x="0" y="0"/>
                  </a:moveTo>
                  <a:lnTo>
                    <a:pt x="151687" y="0"/>
                  </a:lnTo>
                  <a:lnTo>
                    <a:pt x="151687" y="151687"/>
                  </a:lnTo>
                  <a:lnTo>
                    <a:pt x="0" y="151687"/>
                  </a:lnTo>
                  <a:close/>
                </a:path>
              </a:pathLst>
            </a:custGeom>
            <a:solidFill>
              <a:srgbClr val="0B6AE9"/>
            </a:solidFill>
            <a:ln>
              <a:noFill/>
            </a:ln>
          </p:spPr>
        </p:sp>
        <p:sp>
          <p:nvSpPr>
            <p:cNvPr id="127" name="Google Shape;127;p15"/>
            <p:cNvSpPr txBox="1"/>
            <p:nvPr/>
          </p:nvSpPr>
          <p:spPr>
            <a:xfrm>
              <a:off x="0" y="38100"/>
              <a:ext cx="151800" cy="11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8" name="Google Shape;128;p15"/>
          <p:cNvGrpSpPr/>
          <p:nvPr/>
        </p:nvGrpSpPr>
        <p:grpSpPr>
          <a:xfrm>
            <a:off x="14644039" y="8455982"/>
            <a:ext cx="576369" cy="576369"/>
            <a:chOff x="0" y="0"/>
            <a:chExt cx="151800" cy="151800"/>
          </a:xfrm>
        </p:grpSpPr>
        <p:sp>
          <p:nvSpPr>
            <p:cNvPr id="129" name="Google Shape;129;p15"/>
            <p:cNvSpPr/>
            <p:nvPr/>
          </p:nvSpPr>
          <p:spPr>
            <a:xfrm>
              <a:off x="0" y="0"/>
              <a:ext cx="151687" cy="151687"/>
            </a:xfrm>
            <a:custGeom>
              <a:rect b="b" l="l" r="r" t="t"/>
              <a:pathLst>
                <a:path extrusionOk="0" h="151687" w="151687">
                  <a:moveTo>
                    <a:pt x="0" y="0"/>
                  </a:moveTo>
                  <a:lnTo>
                    <a:pt x="151687" y="0"/>
                  </a:lnTo>
                  <a:lnTo>
                    <a:pt x="151687" y="151687"/>
                  </a:lnTo>
                  <a:lnTo>
                    <a:pt x="0" y="151687"/>
                  </a:lnTo>
                  <a:close/>
                </a:path>
              </a:pathLst>
            </a:custGeom>
            <a:solidFill>
              <a:srgbClr val="0B6AE9"/>
            </a:solidFill>
            <a:ln>
              <a:noFill/>
            </a:ln>
          </p:spPr>
        </p:sp>
        <p:sp>
          <p:nvSpPr>
            <p:cNvPr id="130" name="Google Shape;130;p15"/>
            <p:cNvSpPr txBox="1"/>
            <p:nvPr/>
          </p:nvSpPr>
          <p:spPr>
            <a:xfrm>
              <a:off x="0" y="38100"/>
              <a:ext cx="151800" cy="11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1" name="Google Shape;131;p15"/>
          <p:cNvSpPr txBox="1"/>
          <p:nvPr>
            <p:ph idx="1" type="subTitle"/>
          </p:nvPr>
        </p:nvSpPr>
        <p:spPr>
          <a:xfrm>
            <a:off x="7233350" y="7298225"/>
            <a:ext cx="6317400" cy="8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5500"/>
              <a:buNone/>
              <a:defRPr/>
            </a:lvl1pPr>
            <a:lvl2pPr lvl="1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132" name="Google Shape;132;p15"/>
          <p:cNvSpPr txBox="1"/>
          <p:nvPr>
            <p:ph type="title"/>
          </p:nvPr>
        </p:nvSpPr>
        <p:spPr>
          <a:xfrm>
            <a:off x="7233350" y="3271225"/>
            <a:ext cx="9122700" cy="3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9pPr>
          </a:lstStyle>
          <a:p/>
        </p:txBody>
      </p:sp>
      <p:sp>
        <p:nvSpPr>
          <p:cNvPr id="133" name="Google Shape;133;p15"/>
          <p:cNvSpPr txBox="1"/>
          <p:nvPr>
            <p:ph idx="2" type="body"/>
          </p:nvPr>
        </p:nvSpPr>
        <p:spPr>
          <a:xfrm>
            <a:off x="7347850" y="1343600"/>
            <a:ext cx="3168300" cy="4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195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100"/>
              <a:buChar char="•"/>
              <a:defRPr sz="2100"/>
            </a:lvl1pPr>
            <a:lvl2pPr indent="-36195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Char char="–"/>
              <a:defRPr/>
            </a:lvl2pPr>
            <a:lvl3pPr indent="-36195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100"/>
              <a:buChar char="•"/>
              <a:defRPr/>
            </a:lvl3pPr>
            <a:lvl4pPr indent="-3619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Char char="–"/>
              <a:defRPr/>
            </a:lvl4pPr>
            <a:lvl5pPr indent="-36195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Char char="»"/>
              <a:defRPr/>
            </a:lvl5pPr>
            <a:lvl6pPr indent="-36195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6pPr>
            <a:lvl7pPr indent="-36195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7pPr>
            <a:lvl8pPr indent="-36195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8pPr>
            <a:lvl9pPr indent="-36195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9pPr>
          </a:lstStyle>
          <a:p/>
        </p:txBody>
      </p:sp>
      <p:sp>
        <p:nvSpPr>
          <p:cNvPr id="134" name="Google Shape;134;p15"/>
          <p:cNvSpPr txBox="1"/>
          <p:nvPr>
            <p:ph idx="3" type="body"/>
          </p:nvPr>
        </p:nvSpPr>
        <p:spPr>
          <a:xfrm>
            <a:off x="13836600" y="1343600"/>
            <a:ext cx="3168300" cy="4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1950" lvl="0" marL="457200" algn="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100"/>
              <a:buChar char="•"/>
              <a:defRPr sz="2100"/>
            </a:lvl1pPr>
            <a:lvl2pPr indent="-361950" lvl="1" marL="914400" algn="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Char char="–"/>
              <a:defRPr/>
            </a:lvl2pPr>
            <a:lvl3pPr indent="-361950" lvl="2" marL="1371600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100"/>
              <a:buChar char="•"/>
              <a:defRPr/>
            </a:lvl3pPr>
            <a:lvl4pPr indent="-361950" lvl="3" marL="18288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Char char="–"/>
              <a:defRPr/>
            </a:lvl4pPr>
            <a:lvl5pPr indent="-361950" lvl="4" marL="22860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Char char="»"/>
              <a:defRPr/>
            </a:lvl5pPr>
            <a:lvl6pPr indent="-361950" lvl="5" marL="2743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6pPr>
            <a:lvl7pPr indent="-361950" lvl="6" marL="32004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7pPr>
            <a:lvl8pPr indent="-361950" lvl="7" marL="36576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8pPr>
            <a:lvl9pPr indent="-361950" lvl="8" marL="41148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9pPr>
          </a:lstStyle>
          <a:p/>
        </p:txBody>
      </p:sp>
      <p:sp>
        <p:nvSpPr>
          <p:cNvPr id="135" name="Google Shape;135;p15"/>
          <p:cNvSpPr/>
          <p:nvPr>
            <p:ph idx="4" type="pic"/>
          </p:nvPr>
        </p:nvSpPr>
        <p:spPr>
          <a:xfrm>
            <a:off x="763425" y="1038250"/>
            <a:ext cx="5458500" cy="8220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9pPr>
          </a:lstStyle>
          <a:p/>
        </p:txBody>
      </p:sp>
      <p:sp>
        <p:nvSpPr>
          <p:cNvPr id="138" name="Google Shape;138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9" name="Google Shape;139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0" name="Google Shape;140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1" name="Google Shape;141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9pPr>
          </a:lstStyle>
          <a:p/>
        </p:txBody>
      </p:sp>
      <p:sp>
        <p:nvSpPr>
          <p:cNvPr id="144" name="Google Shape;144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5" name="Google Shape;145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6" name="Google Shape;146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7" name="Google Shape;14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9pPr>
          </a:lstStyle>
          <a:p/>
        </p:txBody>
      </p:sp>
      <p:sp>
        <p:nvSpPr>
          <p:cNvPr id="150" name="Google Shape;150;p1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9pPr>
          </a:lstStyle>
          <a:p/>
        </p:txBody>
      </p:sp>
      <p:sp>
        <p:nvSpPr>
          <p:cNvPr id="156" name="Google Shape;156;p1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57" name="Google Shape;157;p1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58" name="Google Shape;1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9" name="Google Shape;1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0" name="Google Shape;1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9pPr>
          </a:lstStyle>
          <a:p/>
        </p:txBody>
      </p:sp>
      <p:sp>
        <p:nvSpPr>
          <p:cNvPr id="163" name="Google Shape;163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4" name="Google Shape;164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5" name="Google Shape;165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9pPr>
          </a:lstStyle>
          <a:p/>
        </p:txBody>
      </p:sp>
      <p:sp>
        <p:nvSpPr>
          <p:cNvPr id="168" name="Google Shape;168;p2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69" name="Google Shape;169;p2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70" name="Google Shape;170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1" name="Google Shape;171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2" name="Google Shape;172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9pPr>
          </a:lstStyle>
          <a:p/>
        </p:txBody>
      </p:sp>
      <p:sp>
        <p:nvSpPr>
          <p:cNvPr id="175" name="Google Shape;175;p2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76" name="Google Shape;176;p2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77" name="Google Shape;1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8" name="Google Shape;1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9" name="Google Shape;1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9pPr>
          </a:lstStyle>
          <a:p/>
        </p:txBody>
      </p:sp>
      <p:sp>
        <p:nvSpPr>
          <p:cNvPr id="182" name="Google Shape;182;p2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3" name="Google Shape;183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4" name="Google Shape;184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5" name="Google Shape;185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/>
            </a:lvl9pPr>
          </a:lstStyle>
          <a:p/>
        </p:txBody>
      </p:sp>
      <p:sp>
        <p:nvSpPr>
          <p:cNvPr id="188" name="Google Shape;188;p2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9" name="Google Shape;189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0" name="Google Shape;190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1" name="Google Shape;191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7E7E7"/>
            </a:gs>
            <a:gs pos="100000">
              <a:srgbClr val="FFFFFF"/>
            </a:gs>
          </a:gsLst>
          <a:lin ang="54007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A38"/>
              </a:buClr>
              <a:buSzPts val="13300"/>
              <a:buFont typeface="Cardo"/>
              <a:buNone/>
              <a:defRPr b="0" i="0" sz="13300" u="none" cap="none" strike="noStrike">
                <a:solidFill>
                  <a:srgbClr val="0F1A38"/>
                </a:solidFill>
                <a:latin typeface="Cardo"/>
                <a:ea typeface="Cardo"/>
                <a:cs typeface="Cardo"/>
                <a:sym typeface="Card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00"/>
              <a:buFont typeface="Cardo"/>
              <a:buNone/>
              <a:defRPr b="0" i="0" sz="13300" u="none" cap="none" strike="noStrike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00"/>
              <a:buFont typeface="Cardo"/>
              <a:buNone/>
              <a:defRPr b="0" i="0" sz="13300" u="none" cap="none" strike="noStrike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00"/>
              <a:buFont typeface="Cardo"/>
              <a:buNone/>
              <a:defRPr b="0" i="0" sz="13300" u="none" cap="none" strike="noStrike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00"/>
              <a:buFont typeface="Cardo"/>
              <a:buNone/>
              <a:defRPr b="0" i="0" sz="13300" u="none" cap="none" strike="noStrike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00"/>
              <a:buFont typeface="Cardo"/>
              <a:buNone/>
              <a:defRPr b="0" i="0" sz="13300" u="none" cap="none" strike="noStrike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00"/>
              <a:buFont typeface="Cardo"/>
              <a:buNone/>
              <a:defRPr b="0" i="0" sz="13300" u="none" cap="none" strike="noStrike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00"/>
              <a:buFont typeface="Cardo"/>
              <a:buNone/>
              <a:defRPr b="0" i="0" sz="13300" u="none" cap="none" strike="noStrike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00"/>
              <a:buFont typeface="Cardo"/>
              <a:buNone/>
              <a:defRPr b="0" i="0" sz="13300" u="none" cap="none" strike="noStrike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57785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F1A38"/>
              </a:buClr>
              <a:buSzPts val="5500"/>
              <a:buFont typeface="Inter"/>
              <a:buChar char="•"/>
              <a:defRPr b="0" i="0" sz="5500" u="none" cap="none" strike="noStrike">
                <a:solidFill>
                  <a:srgbClr val="0F1A38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6195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F1A38"/>
              </a:buClr>
              <a:buSzPts val="2100"/>
              <a:buFont typeface="Inter"/>
              <a:buChar char="–"/>
              <a:defRPr b="0" i="0" sz="2100" u="none" cap="none" strike="noStrike">
                <a:solidFill>
                  <a:srgbClr val="0F1A38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6195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F1A38"/>
              </a:buClr>
              <a:buSzPts val="2100"/>
              <a:buFont typeface="Inter"/>
              <a:buChar char="•"/>
              <a:defRPr b="0" i="0" sz="2100" u="none" cap="none" strike="noStrike">
                <a:solidFill>
                  <a:srgbClr val="0F1A38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619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F1A38"/>
              </a:buClr>
              <a:buSzPts val="2100"/>
              <a:buFont typeface="Inter"/>
              <a:buChar char="–"/>
              <a:defRPr b="0" i="0" sz="2100" u="none" cap="none" strike="noStrike">
                <a:solidFill>
                  <a:srgbClr val="0F1A38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6195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F1A38"/>
              </a:buClr>
              <a:buSzPts val="2100"/>
              <a:buFont typeface="Inter"/>
              <a:buChar char="»"/>
              <a:defRPr b="0" i="0" sz="2100" u="none" cap="none" strike="noStrike">
                <a:solidFill>
                  <a:srgbClr val="0F1A38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6195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F1A38"/>
              </a:buClr>
              <a:buSzPts val="2100"/>
              <a:buFont typeface="Inter"/>
              <a:buChar char="•"/>
              <a:defRPr b="0" i="0" sz="2100" u="none" cap="none" strike="noStrike">
                <a:solidFill>
                  <a:srgbClr val="0F1A38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6195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F1A38"/>
              </a:buClr>
              <a:buSzPts val="2100"/>
              <a:buFont typeface="Inter"/>
              <a:buChar char="•"/>
              <a:defRPr b="0" i="0" sz="2100" u="none" cap="none" strike="noStrike">
                <a:solidFill>
                  <a:srgbClr val="0F1A38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6195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F1A38"/>
              </a:buClr>
              <a:buSzPts val="2100"/>
              <a:buFont typeface="Inter"/>
              <a:buChar char="•"/>
              <a:defRPr b="0" i="0" sz="2100" u="none" cap="none" strike="noStrike">
                <a:solidFill>
                  <a:srgbClr val="0F1A38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6195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F1A38"/>
              </a:buClr>
              <a:buSzPts val="2100"/>
              <a:buFont typeface="Inter"/>
              <a:buChar char="•"/>
              <a:defRPr b="0" i="0" sz="2100" u="none" cap="none" strike="noStrike">
                <a:solidFill>
                  <a:srgbClr val="0F1A38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7E7E7"/>
            </a:gs>
            <a:gs pos="100000">
              <a:srgbClr val="FFFFFF"/>
            </a:gs>
          </a:gsLst>
          <a:lin ang="5400000" scaled="0"/>
        </a:gra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6" name="Google Shape;196;p1"/>
          <p:cNvGrpSpPr/>
          <p:nvPr/>
        </p:nvGrpSpPr>
        <p:grpSpPr>
          <a:xfrm>
            <a:off x="0" y="7056239"/>
            <a:ext cx="18288000" cy="3230761"/>
            <a:chOff x="0" y="-38100"/>
            <a:chExt cx="4816593" cy="850900"/>
          </a:xfrm>
        </p:grpSpPr>
        <p:sp>
          <p:nvSpPr>
            <p:cNvPr id="197" name="Google Shape;197;p1"/>
            <p:cNvSpPr/>
            <p:nvPr/>
          </p:nvSpPr>
          <p:spPr>
            <a:xfrm>
              <a:off x="0" y="0"/>
              <a:ext cx="4816592" cy="812800"/>
            </a:xfrm>
            <a:custGeom>
              <a:rect b="b" l="l" r="r" t="t"/>
              <a:pathLst>
                <a:path extrusionOk="0" h="81280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</p:sp>
        <p:sp>
          <p:nvSpPr>
            <p:cNvPr id="198" name="Google Shape;198;p1"/>
            <p:cNvSpPr txBox="1"/>
            <p:nvPr/>
          </p:nvSpPr>
          <p:spPr>
            <a:xfrm>
              <a:off x="0" y="-38100"/>
              <a:ext cx="4816593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9" name="Google Shape;199;p1"/>
          <p:cNvGrpSpPr/>
          <p:nvPr/>
        </p:nvGrpSpPr>
        <p:grpSpPr>
          <a:xfrm>
            <a:off x="6610335" y="960238"/>
            <a:ext cx="10863064" cy="8374317"/>
            <a:chOff x="0" y="-38100"/>
            <a:chExt cx="2861035" cy="2205567"/>
          </a:xfrm>
        </p:grpSpPr>
        <p:sp>
          <p:nvSpPr>
            <p:cNvPr id="200" name="Google Shape;200;p1"/>
            <p:cNvSpPr/>
            <p:nvPr/>
          </p:nvSpPr>
          <p:spPr>
            <a:xfrm>
              <a:off x="0" y="0"/>
              <a:ext cx="2861035" cy="2167467"/>
            </a:xfrm>
            <a:custGeom>
              <a:rect b="b" l="l" r="r" t="t"/>
              <a:pathLst>
                <a:path extrusionOk="0" h="2167467" w="2861035">
                  <a:moveTo>
                    <a:pt x="0" y="0"/>
                  </a:moveTo>
                  <a:lnTo>
                    <a:pt x="2861035" y="0"/>
                  </a:lnTo>
                  <a:lnTo>
                    <a:pt x="286103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01" name="Google Shape;201;p1"/>
            <p:cNvSpPr txBox="1"/>
            <p:nvPr/>
          </p:nvSpPr>
          <p:spPr>
            <a:xfrm>
              <a:off x="0" y="-38100"/>
              <a:ext cx="2861035" cy="22055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2" name="Google Shape;202;p1"/>
          <p:cNvSpPr txBox="1"/>
          <p:nvPr/>
        </p:nvSpPr>
        <p:spPr>
          <a:xfrm>
            <a:off x="7061080" y="3005692"/>
            <a:ext cx="92673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50"/>
              <a:buFont typeface="Arial"/>
              <a:buNone/>
            </a:pPr>
            <a:r>
              <a:rPr lang="en-US" sz="3600">
                <a:solidFill>
                  <a:srgbClr val="0F1A38"/>
                </a:solidFill>
                <a:latin typeface="Cardo"/>
                <a:ea typeface="Cardo"/>
                <a:cs typeface="Cardo"/>
                <a:sym typeface="Cardo"/>
              </a:rPr>
              <a:t>Breaking MNIST: Evaluating Adversarial Robustness</a:t>
            </a:r>
            <a:endParaRPr b="0" i="0" sz="3600" u="none" cap="none" strike="noStrike">
              <a:solidFill>
                <a:srgbClr val="0F1A38"/>
              </a:solidFill>
              <a:latin typeface="Cardo"/>
              <a:ea typeface="Cardo"/>
              <a:cs typeface="Cardo"/>
              <a:sym typeface="Cardo"/>
            </a:endParaRPr>
          </a:p>
        </p:txBody>
      </p:sp>
      <p:grpSp>
        <p:nvGrpSpPr>
          <p:cNvPr id="203" name="Google Shape;203;p1"/>
          <p:cNvGrpSpPr/>
          <p:nvPr/>
        </p:nvGrpSpPr>
        <p:grpSpPr>
          <a:xfrm>
            <a:off x="16506154" y="8455982"/>
            <a:ext cx="575936" cy="575936"/>
            <a:chOff x="0" y="0"/>
            <a:chExt cx="151687" cy="151687"/>
          </a:xfrm>
        </p:grpSpPr>
        <p:sp>
          <p:nvSpPr>
            <p:cNvPr id="204" name="Google Shape;204;p1"/>
            <p:cNvSpPr/>
            <p:nvPr/>
          </p:nvSpPr>
          <p:spPr>
            <a:xfrm>
              <a:off x="0" y="0"/>
              <a:ext cx="151687" cy="151687"/>
            </a:xfrm>
            <a:custGeom>
              <a:rect b="b" l="l" r="r" t="t"/>
              <a:pathLst>
                <a:path extrusionOk="0" h="151687" w="151687">
                  <a:moveTo>
                    <a:pt x="0" y="0"/>
                  </a:moveTo>
                  <a:lnTo>
                    <a:pt x="151687" y="0"/>
                  </a:lnTo>
                  <a:lnTo>
                    <a:pt x="151687" y="151687"/>
                  </a:lnTo>
                  <a:lnTo>
                    <a:pt x="0" y="151687"/>
                  </a:lnTo>
                  <a:close/>
                </a:path>
              </a:pathLst>
            </a:custGeom>
            <a:solidFill>
              <a:srgbClr val="0B6AE9"/>
            </a:solidFill>
            <a:ln>
              <a:noFill/>
            </a:ln>
          </p:spPr>
        </p:sp>
        <p:sp>
          <p:nvSpPr>
            <p:cNvPr id="205" name="Google Shape;205;p1"/>
            <p:cNvSpPr txBox="1"/>
            <p:nvPr/>
          </p:nvSpPr>
          <p:spPr>
            <a:xfrm>
              <a:off x="0" y="38100"/>
              <a:ext cx="151687" cy="1135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6" name="Google Shape;206;p1"/>
          <p:cNvGrpSpPr/>
          <p:nvPr/>
        </p:nvGrpSpPr>
        <p:grpSpPr>
          <a:xfrm>
            <a:off x="15575096" y="8455982"/>
            <a:ext cx="575936" cy="575936"/>
            <a:chOff x="0" y="0"/>
            <a:chExt cx="151687" cy="151687"/>
          </a:xfrm>
        </p:grpSpPr>
        <p:sp>
          <p:nvSpPr>
            <p:cNvPr id="207" name="Google Shape;207;p1"/>
            <p:cNvSpPr/>
            <p:nvPr/>
          </p:nvSpPr>
          <p:spPr>
            <a:xfrm>
              <a:off x="0" y="0"/>
              <a:ext cx="151687" cy="151687"/>
            </a:xfrm>
            <a:custGeom>
              <a:rect b="b" l="l" r="r" t="t"/>
              <a:pathLst>
                <a:path extrusionOk="0" h="151687" w="151687">
                  <a:moveTo>
                    <a:pt x="0" y="0"/>
                  </a:moveTo>
                  <a:lnTo>
                    <a:pt x="151687" y="0"/>
                  </a:lnTo>
                  <a:lnTo>
                    <a:pt x="151687" y="151687"/>
                  </a:lnTo>
                  <a:lnTo>
                    <a:pt x="0" y="151687"/>
                  </a:lnTo>
                  <a:close/>
                </a:path>
              </a:pathLst>
            </a:custGeom>
            <a:solidFill>
              <a:srgbClr val="0B6AE9"/>
            </a:solidFill>
            <a:ln>
              <a:noFill/>
            </a:ln>
          </p:spPr>
        </p:sp>
        <p:sp>
          <p:nvSpPr>
            <p:cNvPr id="208" name="Google Shape;208;p1"/>
            <p:cNvSpPr txBox="1"/>
            <p:nvPr/>
          </p:nvSpPr>
          <p:spPr>
            <a:xfrm>
              <a:off x="0" y="38100"/>
              <a:ext cx="151687" cy="1135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9" name="Google Shape;209;p1"/>
          <p:cNvGrpSpPr/>
          <p:nvPr/>
        </p:nvGrpSpPr>
        <p:grpSpPr>
          <a:xfrm>
            <a:off x="14644039" y="8455982"/>
            <a:ext cx="575936" cy="575936"/>
            <a:chOff x="0" y="0"/>
            <a:chExt cx="151687" cy="151687"/>
          </a:xfrm>
        </p:grpSpPr>
        <p:sp>
          <p:nvSpPr>
            <p:cNvPr id="210" name="Google Shape;210;p1"/>
            <p:cNvSpPr/>
            <p:nvPr/>
          </p:nvSpPr>
          <p:spPr>
            <a:xfrm>
              <a:off x="0" y="0"/>
              <a:ext cx="151687" cy="151687"/>
            </a:xfrm>
            <a:custGeom>
              <a:rect b="b" l="l" r="r" t="t"/>
              <a:pathLst>
                <a:path extrusionOk="0" h="151687" w="151687">
                  <a:moveTo>
                    <a:pt x="0" y="0"/>
                  </a:moveTo>
                  <a:lnTo>
                    <a:pt x="151687" y="0"/>
                  </a:lnTo>
                  <a:lnTo>
                    <a:pt x="151687" y="151687"/>
                  </a:lnTo>
                  <a:lnTo>
                    <a:pt x="0" y="151687"/>
                  </a:lnTo>
                  <a:close/>
                </a:path>
              </a:pathLst>
            </a:custGeom>
            <a:solidFill>
              <a:srgbClr val="0B6AE9"/>
            </a:solidFill>
            <a:ln>
              <a:noFill/>
            </a:ln>
          </p:spPr>
        </p:sp>
        <p:sp>
          <p:nvSpPr>
            <p:cNvPr id="211" name="Google Shape;211;p1"/>
            <p:cNvSpPr txBox="1"/>
            <p:nvPr/>
          </p:nvSpPr>
          <p:spPr>
            <a:xfrm>
              <a:off x="0" y="38100"/>
              <a:ext cx="151687" cy="1135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12" name="Google Shape;21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6101" y="1027150"/>
            <a:ext cx="5433574" cy="8232712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"/>
          <p:cNvSpPr txBox="1"/>
          <p:nvPr/>
        </p:nvSpPr>
        <p:spPr>
          <a:xfrm>
            <a:off x="7879125" y="5380200"/>
            <a:ext cx="6031200" cy="34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MOSES MAKANGILA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Sofia University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CS2201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Artificial Intelligence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Professor </a:t>
            </a: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A. Petiushko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March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202</a:t>
            </a: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2200" u="none" cap="none" strike="noStrike">
              <a:solidFill>
                <a:srgbClr val="0F1A3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718a07838d_0_71"/>
          <p:cNvSpPr txBox="1"/>
          <p:nvPr/>
        </p:nvSpPr>
        <p:spPr>
          <a:xfrm>
            <a:off x="1392850" y="122900"/>
            <a:ext cx="11698200" cy="12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Arial"/>
              <a:buNone/>
            </a:pPr>
            <a:r>
              <a:rPr b="0" i="0" lang="en-US" sz="5500" u="none" cap="none" strike="noStrike">
                <a:solidFill>
                  <a:srgbClr val="0F1A38"/>
                </a:solidFill>
                <a:latin typeface="Inter"/>
                <a:ea typeface="Inter"/>
                <a:cs typeface="Inter"/>
                <a:sym typeface="Inter"/>
              </a:rPr>
              <a:t>FINANCIAL INSIGHTS</a:t>
            </a:r>
            <a:endParaRPr b="0" i="0" sz="5500" u="none" cap="none" strike="noStrike">
              <a:solidFill>
                <a:srgbClr val="0F1A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19" name="Google Shape;219;g3718a07838d_0_71"/>
          <p:cNvGrpSpPr/>
          <p:nvPr/>
        </p:nvGrpSpPr>
        <p:grpSpPr>
          <a:xfrm>
            <a:off x="-100117" y="0"/>
            <a:ext cx="18488254" cy="10592137"/>
            <a:chOff x="0" y="0"/>
            <a:chExt cx="1662000" cy="2709333"/>
          </a:xfrm>
        </p:grpSpPr>
        <p:sp>
          <p:nvSpPr>
            <p:cNvPr id="220" name="Google Shape;220;g3718a07838d_0_71"/>
            <p:cNvSpPr/>
            <p:nvPr/>
          </p:nvSpPr>
          <p:spPr>
            <a:xfrm>
              <a:off x="0" y="0"/>
              <a:ext cx="1661910" cy="2709333"/>
            </a:xfrm>
            <a:custGeom>
              <a:rect b="b" l="l" r="r" t="t"/>
              <a:pathLst>
                <a:path extrusionOk="0" h="2709333" w="1661910">
                  <a:moveTo>
                    <a:pt x="0" y="0"/>
                  </a:moveTo>
                  <a:lnTo>
                    <a:pt x="1661910" y="0"/>
                  </a:lnTo>
                  <a:lnTo>
                    <a:pt x="166191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</p:sp>
        <p:sp>
          <p:nvSpPr>
            <p:cNvPr id="221" name="Google Shape;221;g3718a07838d_0_71"/>
            <p:cNvSpPr txBox="1"/>
            <p:nvPr/>
          </p:nvSpPr>
          <p:spPr>
            <a:xfrm>
              <a:off x="0" y="38100"/>
              <a:ext cx="1662000" cy="267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2" name="Google Shape;222;g3718a07838d_0_71"/>
          <p:cNvSpPr txBox="1"/>
          <p:nvPr/>
        </p:nvSpPr>
        <p:spPr>
          <a:xfrm>
            <a:off x="95250" y="644075"/>
            <a:ext cx="18192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4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Can High Accuracy Be Misleading?</a:t>
            </a:r>
            <a:endParaRPr b="1" i="0" sz="40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3" name="Google Shape;223;g3718a07838d_0_71"/>
          <p:cNvSpPr txBox="1"/>
          <p:nvPr/>
        </p:nvSpPr>
        <p:spPr>
          <a:xfrm>
            <a:off x="0" y="1711525"/>
            <a:ext cx="11007000" cy="461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</a:rPr>
              <a:t>Our CNN achieves 98.68% test accuracy.</a:t>
            </a:r>
            <a:endParaRPr sz="3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</a:rPr>
              <a:t>At first glance, this looks excellent.</a:t>
            </a:r>
            <a:endParaRPr sz="32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3200">
                <a:solidFill>
                  <a:schemeClr val="lt1"/>
                </a:solidFill>
              </a:rPr>
              <a:t>But accuracy on clean data does not tell us how stable the model is under adversarial perturbation</a:t>
            </a:r>
            <a:endParaRPr sz="2400">
              <a:solidFill>
                <a:srgbClr val="0F1A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3200">
                <a:solidFill>
                  <a:schemeClr val="lt1"/>
                </a:solidFill>
              </a:rPr>
              <a:t>s</a:t>
            </a:r>
            <a:endParaRPr sz="32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F1A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24" name="Google Shape;224;g3718a07838d_0_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90954" y="1352079"/>
            <a:ext cx="7142775" cy="714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42ea6d20f4_0_62"/>
          <p:cNvSpPr txBox="1"/>
          <p:nvPr/>
        </p:nvSpPr>
        <p:spPr>
          <a:xfrm>
            <a:off x="1392850" y="122900"/>
            <a:ext cx="11698200" cy="12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Arial"/>
              <a:buNone/>
            </a:pPr>
            <a:r>
              <a:rPr b="0" i="0" lang="en-US" sz="5500" u="none" cap="none" strike="noStrike">
                <a:solidFill>
                  <a:srgbClr val="0F1A38"/>
                </a:solidFill>
                <a:latin typeface="Inter"/>
                <a:ea typeface="Inter"/>
                <a:cs typeface="Inter"/>
                <a:sym typeface="Inter"/>
              </a:rPr>
              <a:t>FINANCIAL INSIGHTS</a:t>
            </a:r>
            <a:endParaRPr b="0" i="0" sz="5500" u="none" cap="none" strike="noStrike">
              <a:solidFill>
                <a:srgbClr val="0F1A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30" name="Google Shape;230;g342ea6d20f4_0_62"/>
          <p:cNvGrpSpPr/>
          <p:nvPr/>
        </p:nvGrpSpPr>
        <p:grpSpPr>
          <a:xfrm>
            <a:off x="-100117" y="148713"/>
            <a:ext cx="18488254" cy="10592137"/>
            <a:chOff x="0" y="0"/>
            <a:chExt cx="1662000" cy="2709333"/>
          </a:xfrm>
        </p:grpSpPr>
        <p:sp>
          <p:nvSpPr>
            <p:cNvPr id="231" name="Google Shape;231;g342ea6d20f4_0_62"/>
            <p:cNvSpPr/>
            <p:nvPr/>
          </p:nvSpPr>
          <p:spPr>
            <a:xfrm>
              <a:off x="0" y="0"/>
              <a:ext cx="1661910" cy="2709333"/>
            </a:xfrm>
            <a:custGeom>
              <a:rect b="b" l="l" r="r" t="t"/>
              <a:pathLst>
                <a:path extrusionOk="0" h="2709333" w="1661910">
                  <a:moveTo>
                    <a:pt x="0" y="0"/>
                  </a:moveTo>
                  <a:lnTo>
                    <a:pt x="1661910" y="0"/>
                  </a:lnTo>
                  <a:lnTo>
                    <a:pt x="166191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</p:sp>
        <p:sp>
          <p:nvSpPr>
            <p:cNvPr id="232" name="Google Shape;232;g342ea6d20f4_0_62"/>
            <p:cNvSpPr txBox="1"/>
            <p:nvPr/>
          </p:nvSpPr>
          <p:spPr>
            <a:xfrm>
              <a:off x="0" y="38100"/>
              <a:ext cx="1662000" cy="267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3" name="Google Shape;233;g342ea6d20f4_0_62"/>
          <p:cNvSpPr txBox="1"/>
          <p:nvPr/>
        </p:nvSpPr>
        <p:spPr>
          <a:xfrm>
            <a:off x="195225" y="122900"/>
            <a:ext cx="18192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4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Threat Model: White-Box Adversary</a:t>
            </a:r>
            <a:endParaRPr b="1" i="0" sz="40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34" name="Google Shape;234;g342ea6d20f4_0_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7725" y="973989"/>
            <a:ext cx="16379607" cy="894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718a07838d_0_9"/>
          <p:cNvSpPr txBox="1"/>
          <p:nvPr/>
        </p:nvSpPr>
        <p:spPr>
          <a:xfrm>
            <a:off x="1392850" y="122900"/>
            <a:ext cx="11698200" cy="12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Arial"/>
              <a:buNone/>
            </a:pPr>
            <a:r>
              <a:rPr b="0" i="0" lang="en-US" sz="5500" u="none" cap="none" strike="noStrike">
                <a:solidFill>
                  <a:srgbClr val="0F1A38"/>
                </a:solidFill>
                <a:latin typeface="Inter"/>
                <a:ea typeface="Inter"/>
                <a:cs typeface="Inter"/>
                <a:sym typeface="Inter"/>
              </a:rPr>
              <a:t>FINANCIAL INSIGHTS</a:t>
            </a:r>
            <a:endParaRPr b="0" i="0" sz="5500" u="none" cap="none" strike="noStrike">
              <a:solidFill>
                <a:srgbClr val="0F1A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40" name="Google Shape;240;g3718a07838d_0_9"/>
          <p:cNvGrpSpPr/>
          <p:nvPr/>
        </p:nvGrpSpPr>
        <p:grpSpPr>
          <a:xfrm>
            <a:off x="-100117" y="-11"/>
            <a:ext cx="18488254" cy="10871085"/>
            <a:chOff x="-45" y="-71351"/>
            <a:chExt cx="1662000" cy="2780684"/>
          </a:xfrm>
        </p:grpSpPr>
        <p:sp>
          <p:nvSpPr>
            <p:cNvPr id="241" name="Google Shape;241;g3718a07838d_0_9"/>
            <p:cNvSpPr/>
            <p:nvPr/>
          </p:nvSpPr>
          <p:spPr>
            <a:xfrm>
              <a:off x="0" y="0"/>
              <a:ext cx="1661910" cy="2709333"/>
            </a:xfrm>
            <a:custGeom>
              <a:rect b="b" l="l" r="r" t="t"/>
              <a:pathLst>
                <a:path extrusionOk="0" h="2709333" w="1661910">
                  <a:moveTo>
                    <a:pt x="0" y="0"/>
                  </a:moveTo>
                  <a:lnTo>
                    <a:pt x="1661910" y="0"/>
                  </a:lnTo>
                  <a:lnTo>
                    <a:pt x="166191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</p:sp>
        <p:sp>
          <p:nvSpPr>
            <p:cNvPr id="242" name="Google Shape;242;g3718a07838d_0_9"/>
            <p:cNvSpPr txBox="1"/>
            <p:nvPr/>
          </p:nvSpPr>
          <p:spPr>
            <a:xfrm>
              <a:off x="-45" y="-71351"/>
              <a:ext cx="1662000" cy="267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t/>
              </a:r>
              <a:endParaRPr b="1" sz="1100"/>
            </a:p>
          </p:txBody>
        </p:sp>
      </p:grpSp>
      <p:sp>
        <p:nvSpPr>
          <p:cNvPr id="243" name="Google Shape;243;g3718a07838d_0_9"/>
          <p:cNvSpPr txBox="1"/>
          <p:nvPr/>
        </p:nvSpPr>
        <p:spPr>
          <a:xfrm>
            <a:off x="563775" y="644000"/>
            <a:ext cx="18192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4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Fast Gradient Sign Method (FGSM)</a:t>
            </a:r>
            <a:endParaRPr b="1" i="0" sz="40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4" name="Google Shape;244;g3718a07838d_0_9"/>
          <p:cNvSpPr txBox="1"/>
          <p:nvPr/>
        </p:nvSpPr>
        <p:spPr>
          <a:xfrm>
            <a:off x="0" y="1771100"/>
            <a:ext cx="6819000" cy="6046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</a:rPr>
              <a:t>One gradient step</a:t>
            </a:r>
            <a:br>
              <a:rPr lang="en-US" sz="3200">
                <a:solidFill>
                  <a:schemeClr val="lt1"/>
                </a:solidFill>
              </a:rPr>
            </a:br>
            <a:endParaRPr sz="3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</a:rPr>
              <a:t>ε controls strength</a:t>
            </a:r>
            <a:br>
              <a:rPr lang="en-US" sz="3200">
                <a:solidFill>
                  <a:schemeClr val="lt1"/>
                </a:solidFill>
              </a:rPr>
            </a:br>
            <a:endParaRPr sz="3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</a:rPr>
              <a:t>Uses sign of gradient</a:t>
            </a:r>
            <a:endParaRPr sz="3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lt1"/>
                </a:solidFill>
              </a:rPr>
              <a:t>Key Results (ε = 0.3):</a:t>
            </a:r>
            <a:endParaRPr b="1" sz="3200">
              <a:solidFill>
                <a:schemeClr val="lt1"/>
              </a:solidFill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200"/>
              <a:buChar char="●"/>
            </a:pPr>
            <a:r>
              <a:rPr lang="en-US" sz="3200">
                <a:solidFill>
                  <a:schemeClr val="lt1"/>
                </a:solidFill>
              </a:rPr>
              <a:t>Robust Accuracy: </a:t>
            </a:r>
            <a:r>
              <a:rPr b="1" lang="en-US" sz="3200">
                <a:solidFill>
                  <a:schemeClr val="lt1"/>
                </a:solidFill>
              </a:rPr>
              <a:t>17.47%</a:t>
            </a:r>
            <a:endParaRPr b="1" sz="3200">
              <a:solidFill>
                <a:schemeClr val="lt1"/>
              </a:solidFill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Char char="●"/>
            </a:pPr>
            <a:r>
              <a:rPr lang="en-US" sz="3200">
                <a:solidFill>
                  <a:schemeClr val="lt1"/>
                </a:solidFill>
              </a:rPr>
              <a:t>ASR: </a:t>
            </a:r>
            <a:r>
              <a:rPr b="1" lang="en-US" sz="3200">
                <a:solidFill>
                  <a:schemeClr val="lt1"/>
                </a:solidFill>
              </a:rPr>
              <a:t>82.3%</a:t>
            </a:r>
            <a:endParaRPr b="1" sz="32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45" name="Google Shape;245;g3718a07838d_0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5825" y="2940501"/>
            <a:ext cx="9888800" cy="573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718a07838d_0_21"/>
          <p:cNvSpPr txBox="1"/>
          <p:nvPr/>
        </p:nvSpPr>
        <p:spPr>
          <a:xfrm>
            <a:off x="1392850" y="122900"/>
            <a:ext cx="11698200" cy="12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Arial"/>
              <a:buNone/>
            </a:pPr>
            <a:r>
              <a:rPr b="0" i="0" lang="en-US" sz="5500" u="none" cap="none" strike="noStrike">
                <a:solidFill>
                  <a:srgbClr val="0F1A38"/>
                </a:solidFill>
                <a:latin typeface="Inter"/>
                <a:ea typeface="Inter"/>
                <a:cs typeface="Inter"/>
                <a:sym typeface="Inter"/>
              </a:rPr>
              <a:t>FINANCIAL INSIGHTS</a:t>
            </a:r>
            <a:endParaRPr b="0" i="0" sz="5500" u="none" cap="none" strike="noStrike">
              <a:solidFill>
                <a:srgbClr val="0F1A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51" name="Google Shape;251;g3718a07838d_0_21"/>
          <p:cNvGrpSpPr/>
          <p:nvPr/>
        </p:nvGrpSpPr>
        <p:grpSpPr>
          <a:xfrm>
            <a:off x="-109242" y="0"/>
            <a:ext cx="18488254" cy="10592137"/>
            <a:chOff x="0" y="0"/>
            <a:chExt cx="1662000" cy="2709333"/>
          </a:xfrm>
        </p:grpSpPr>
        <p:sp>
          <p:nvSpPr>
            <p:cNvPr id="252" name="Google Shape;252;g3718a07838d_0_21"/>
            <p:cNvSpPr/>
            <p:nvPr/>
          </p:nvSpPr>
          <p:spPr>
            <a:xfrm>
              <a:off x="0" y="0"/>
              <a:ext cx="1661910" cy="2709333"/>
            </a:xfrm>
            <a:custGeom>
              <a:rect b="b" l="l" r="r" t="t"/>
              <a:pathLst>
                <a:path extrusionOk="0" h="2709333" w="1661910">
                  <a:moveTo>
                    <a:pt x="0" y="0"/>
                  </a:moveTo>
                  <a:lnTo>
                    <a:pt x="1661910" y="0"/>
                  </a:lnTo>
                  <a:lnTo>
                    <a:pt x="166191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</p:sp>
        <p:sp>
          <p:nvSpPr>
            <p:cNvPr id="253" name="Google Shape;253;g3718a07838d_0_21"/>
            <p:cNvSpPr txBox="1"/>
            <p:nvPr/>
          </p:nvSpPr>
          <p:spPr>
            <a:xfrm>
              <a:off x="0" y="38100"/>
              <a:ext cx="1662000" cy="267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4" name="Google Shape;254;g3718a07838d_0_21"/>
          <p:cNvSpPr txBox="1"/>
          <p:nvPr/>
        </p:nvSpPr>
        <p:spPr>
          <a:xfrm>
            <a:off x="95250" y="644075"/>
            <a:ext cx="18192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4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Projected Gradient Descent (PGD)(Iterative Attack)</a:t>
            </a:r>
            <a:endParaRPr b="1" i="0" sz="40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5" name="Google Shape;255;g3718a07838d_0_21"/>
          <p:cNvSpPr txBox="1"/>
          <p:nvPr/>
        </p:nvSpPr>
        <p:spPr>
          <a:xfrm>
            <a:off x="-109250" y="2095050"/>
            <a:ext cx="7126200" cy="7075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</a:rPr>
              <a:t>40 iterations</a:t>
            </a:r>
            <a:br>
              <a:rPr lang="en-US" sz="3200">
                <a:solidFill>
                  <a:schemeClr val="lt1"/>
                </a:solidFill>
              </a:rPr>
            </a:br>
            <a:endParaRPr sz="3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</a:rPr>
              <a:t>Small step size (α=0.01)</a:t>
            </a:r>
            <a:br>
              <a:rPr lang="en-US" sz="3200">
                <a:solidFill>
                  <a:schemeClr val="lt1"/>
                </a:solidFill>
              </a:rPr>
            </a:br>
            <a:endParaRPr sz="3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</a:rPr>
              <a:t>Projection to ε-ball</a:t>
            </a:r>
            <a:endParaRPr sz="3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lt1"/>
                </a:solidFill>
              </a:rPr>
              <a:t>Key Results:</a:t>
            </a:r>
            <a:endParaRPr b="1" sz="3200">
              <a:solidFill>
                <a:schemeClr val="lt1"/>
              </a:solidFill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200"/>
              <a:buChar char="●"/>
            </a:pPr>
            <a:r>
              <a:rPr lang="en-US" sz="3200">
                <a:solidFill>
                  <a:schemeClr val="lt1"/>
                </a:solidFill>
              </a:rPr>
              <a:t>ε = 0.2 → Robust Acc: </a:t>
            </a:r>
            <a:r>
              <a:rPr b="1" lang="en-US" sz="3200">
                <a:solidFill>
                  <a:schemeClr val="lt1"/>
                </a:solidFill>
              </a:rPr>
              <a:t>0.59%</a:t>
            </a:r>
            <a:br>
              <a:rPr b="1" lang="en-US" sz="3200">
                <a:solidFill>
                  <a:schemeClr val="lt1"/>
                </a:solidFill>
              </a:rPr>
            </a:br>
            <a:endParaRPr b="1" sz="3200">
              <a:solidFill>
                <a:schemeClr val="lt1"/>
              </a:solidFill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Char char="●"/>
            </a:pPr>
            <a:r>
              <a:rPr lang="en-US" sz="3200">
                <a:solidFill>
                  <a:schemeClr val="lt1"/>
                </a:solidFill>
              </a:rPr>
              <a:t>ε = 0.3 → Robust Acc: </a:t>
            </a:r>
            <a:r>
              <a:rPr b="1" lang="en-US" sz="3200">
                <a:solidFill>
                  <a:schemeClr val="lt1"/>
                </a:solidFill>
              </a:rPr>
              <a:t>0.00%</a:t>
            </a:r>
            <a:br>
              <a:rPr b="1" lang="en-US" sz="3200">
                <a:solidFill>
                  <a:schemeClr val="lt1"/>
                </a:solidFill>
              </a:rPr>
            </a:br>
            <a:endParaRPr b="1" sz="3200">
              <a:solidFill>
                <a:schemeClr val="lt1"/>
              </a:solidFill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Char char="●"/>
            </a:pPr>
            <a:r>
              <a:rPr lang="en-US" sz="3200">
                <a:solidFill>
                  <a:schemeClr val="lt1"/>
                </a:solidFill>
              </a:rPr>
              <a:t>ASR ≈ </a:t>
            </a:r>
            <a:r>
              <a:rPr b="1" lang="en-US" sz="3200">
                <a:solidFill>
                  <a:schemeClr val="lt1"/>
                </a:solidFill>
              </a:rPr>
              <a:t>100%</a:t>
            </a:r>
            <a:endParaRPr b="1" sz="32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6" name="Google Shape;256;g3718a07838d_0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42100" y="2871275"/>
            <a:ext cx="10169575" cy="589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ccc7ef1692_0_97"/>
          <p:cNvSpPr txBox="1"/>
          <p:nvPr/>
        </p:nvSpPr>
        <p:spPr>
          <a:xfrm>
            <a:off x="1392850" y="122900"/>
            <a:ext cx="11698200" cy="12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Arial"/>
              <a:buNone/>
            </a:pPr>
            <a:r>
              <a:rPr b="0" i="0" lang="en-US" sz="5500" u="none" cap="none" strike="noStrike">
                <a:solidFill>
                  <a:srgbClr val="0F1A38"/>
                </a:solidFill>
                <a:latin typeface="Inter"/>
                <a:ea typeface="Inter"/>
                <a:cs typeface="Inter"/>
                <a:sym typeface="Inter"/>
              </a:rPr>
              <a:t>FINANCIAL INSIGHTS</a:t>
            </a:r>
            <a:endParaRPr b="0" i="0" sz="5500" u="none" cap="none" strike="noStrike">
              <a:solidFill>
                <a:srgbClr val="0F1A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62" name="Google Shape;262;g3ccc7ef1692_0_97"/>
          <p:cNvGrpSpPr/>
          <p:nvPr/>
        </p:nvGrpSpPr>
        <p:grpSpPr>
          <a:xfrm>
            <a:off x="-109242" y="0"/>
            <a:ext cx="18488254" cy="10592137"/>
            <a:chOff x="0" y="0"/>
            <a:chExt cx="1662000" cy="2709333"/>
          </a:xfrm>
        </p:grpSpPr>
        <p:sp>
          <p:nvSpPr>
            <p:cNvPr id="263" name="Google Shape;263;g3ccc7ef1692_0_97"/>
            <p:cNvSpPr/>
            <p:nvPr/>
          </p:nvSpPr>
          <p:spPr>
            <a:xfrm>
              <a:off x="0" y="0"/>
              <a:ext cx="1661910" cy="2709333"/>
            </a:xfrm>
            <a:custGeom>
              <a:rect b="b" l="l" r="r" t="t"/>
              <a:pathLst>
                <a:path extrusionOk="0" h="2709333" w="1661910">
                  <a:moveTo>
                    <a:pt x="0" y="0"/>
                  </a:moveTo>
                  <a:lnTo>
                    <a:pt x="1661910" y="0"/>
                  </a:lnTo>
                  <a:lnTo>
                    <a:pt x="166191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</p:sp>
        <p:sp>
          <p:nvSpPr>
            <p:cNvPr id="264" name="Google Shape;264;g3ccc7ef1692_0_97"/>
            <p:cNvSpPr txBox="1"/>
            <p:nvPr/>
          </p:nvSpPr>
          <p:spPr>
            <a:xfrm>
              <a:off x="0" y="38100"/>
              <a:ext cx="1662000" cy="267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5" name="Google Shape;265;g3ccc7ef1692_0_97"/>
          <p:cNvSpPr txBox="1"/>
          <p:nvPr/>
        </p:nvSpPr>
        <p:spPr>
          <a:xfrm>
            <a:off x="95250" y="644075"/>
            <a:ext cx="18192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4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Momentum I-FGSM : Momentum Improves Attack Stability</a:t>
            </a:r>
            <a:endParaRPr b="1" i="0" sz="40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6" name="Google Shape;266;g3ccc7ef1692_0_97"/>
          <p:cNvSpPr txBox="1"/>
          <p:nvPr/>
        </p:nvSpPr>
        <p:spPr>
          <a:xfrm>
            <a:off x="-109250" y="1582850"/>
            <a:ext cx="7126200" cy="7587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</a:rPr>
              <a:t>Accumulates gradients</a:t>
            </a:r>
            <a:br>
              <a:rPr lang="en-US" sz="3200">
                <a:solidFill>
                  <a:schemeClr val="lt1"/>
                </a:solidFill>
              </a:rPr>
            </a:br>
            <a:endParaRPr sz="3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</a:rPr>
              <a:t>Reduces oscillation</a:t>
            </a:r>
            <a:br>
              <a:rPr lang="en-US" sz="3200">
                <a:solidFill>
                  <a:schemeClr val="lt1"/>
                </a:solidFill>
              </a:rPr>
            </a:br>
            <a:endParaRPr sz="3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</a:rPr>
              <a:t>Similar strength to PGD</a:t>
            </a:r>
            <a:endParaRPr sz="3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lt1"/>
                </a:solidFill>
              </a:rPr>
              <a:t>Key Results:</a:t>
            </a:r>
            <a:endParaRPr b="1" sz="3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</a:rPr>
              <a:t>ε=0.3 → ASR: </a:t>
            </a:r>
            <a:r>
              <a:rPr b="1" lang="en-US" sz="3200">
                <a:solidFill>
                  <a:schemeClr val="lt1"/>
                </a:solidFill>
              </a:rPr>
              <a:t>99.94%</a:t>
            </a:r>
            <a:endParaRPr b="1" sz="3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</a:rPr>
              <a:t>Robust Accuracy: </a:t>
            </a:r>
            <a:r>
              <a:rPr b="1" lang="en-US" sz="3200">
                <a:solidFill>
                  <a:schemeClr val="lt1"/>
                </a:solidFill>
              </a:rPr>
              <a:t>0.06%</a:t>
            </a:r>
            <a:endParaRPr b="1" sz="32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7" name="Google Shape;267;g3ccc7ef1692_0_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57175" y="2992215"/>
            <a:ext cx="9100525" cy="527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ccc7ef1692_0_59"/>
          <p:cNvSpPr txBox="1"/>
          <p:nvPr/>
        </p:nvSpPr>
        <p:spPr>
          <a:xfrm>
            <a:off x="1392850" y="122900"/>
            <a:ext cx="11698200" cy="12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Arial"/>
              <a:buNone/>
            </a:pPr>
            <a:r>
              <a:rPr b="0" i="0" lang="en-US" sz="5500" u="none" cap="none" strike="noStrike">
                <a:solidFill>
                  <a:srgbClr val="0F1A38"/>
                </a:solidFill>
                <a:latin typeface="Inter"/>
                <a:ea typeface="Inter"/>
                <a:cs typeface="Inter"/>
                <a:sym typeface="Inter"/>
              </a:rPr>
              <a:t>FINANCIAL INSIGHTS</a:t>
            </a:r>
            <a:endParaRPr b="0" i="0" sz="5500" u="none" cap="none" strike="noStrike">
              <a:solidFill>
                <a:srgbClr val="0F1A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73" name="Google Shape;273;g3ccc7ef1692_0_59"/>
          <p:cNvGrpSpPr/>
          <p:nvPr/>
        </p:nvGrpSpPr>
        <p:grpSpPr>
          <a:xfrm>
            <a:off x="-109242" y="0"/>
            <a:ext cx="18488254" cy="10592137"/>
            <a:chOff x="0" y="0"/>
            <a:chExt cx="1662000" cy="2709333"/>
          </a:xfrm>
        </p:grpSpPr>
        <p:sp>
          <p:nvSpPr>
            <p:cNvPr id="274" name="Google Shape;274;g3ccc7ef1692_0_59"/>
            <p:cNvSpPr/>
            <p:nvPr/>
          </p:nvSpPr>
          <p:spPr>
            <a:xfrm>
              <a:off x="0" y="0"/>
              <a:ext cx="1661910" cy="2709333"/>
            </a:xfrm>
            <a:custGeom>
              <a:rect b="b" l="l" r="r" t="t"/>
              <a:pathLst>
                <a:path extrusionOk="0" h="2709333" w="1661910">
                  <a:moveTo>
                    <a:pt x="0" y="0"/>
                  </a:moveTo>
                  <a:lnTo>
                    <a:pt x="1661910" y="0"/>
                  </a:lnTo>
                  <a:lnTo>
                    <a:pt x="166191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</p:sp>
        <p:sp>
          <p:nvSpPr>
            <p:cNvPr id="275" name="Google Shape;275;g3ccc7ef1692_0_59"/>
            <p:cNvSpPr txBox="1"/>
            <p:nvPr/>
          </p:nvSpPr>
          <p:spPr>
            <a:xfrm>
              <a:off x="0" y="38100"/>
              <a:ext cx="1662000" cy="267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6" name="Google Shape;276;g3ccc7ef1692_0_59"/>
          <p:cNvSpPr txBox="1"/>
          <p:nvPr/>
        </p:nvSpPr>
        <p:spPr>
          <a:xfrm>
            <a:off x="95250" y="644075"/>
            <a:ext cx="18192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4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Results Summary</a:t>
            </a:r>
            <a:endParaRPr b="1" i="0" sz="40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7" name="Google Shape;277;g3ccc7ef1692_0_59"/>
          <p:cNvSpPr txBox="1"/>
          <p:nvPr/>
        </p:nvSpPr>
        <p:spPr>
          <a:xfrm>
            <a:off x="-109250" y="1582850"/>
            <a:ext cx="7126200" cy="7587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Char char="●"/>
            </a:pPr>
            <a:r>
              <a:rPr lang="en-US" sz="3200">
                <a:solidFill>
                  <a:schemeClr val="lt1"/>
                </a:solidFill>
              </a:rPr>
              <a:t>Clean accuracy remains high</a:t>
            </a:r>
            <a:br>
              <a:rPr lang="en-US" sz="3200">
                <a:solidFill>
                  <a:schemeClr val="lt1"/>
                </a:solidFill>
              </a:rPr>
            </a:br>
            <a:endParaRPr sz="3200">
              <a:solidFill>
                <a:schemeClr val="lt1"/>
              </a:solidFill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Char char="●"/>
            </a:pPr>
            <a:r>
              <a:rPr lang="en-US" sz="3200">
                <a:solidFill>
                  <a:schemeClr val="lt1"/>
                </a:solidFill>
              </a:rPr>
              <a:t>Sharp collapse under iterative attacks</a:t>
            </a:r>
            <a:br>
              <a:rPr lang="en-US" sz="3200">
                <a:solidFill>
                  <a:schemeClr val="lt1"/>
                </a:solidFill>
              </a:rPr>
            </a:br>
            <a:endParaRPr sz="3200">
              <a:solidFill>
                <a:schemeClr val="lt1"/>
              </a:solidFill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Char char="●"/>
            </a:pPr>
            <a:r>
              <a:rPr lang="en-US" sz="3200">
                <a:solidFill>
                  <a:schemeClr val="lt1"/>
                </a:solidFill>
              </a:rPr>
              <a:t>FGSM degrades gradually</a:t>
            </a:r>
            <a:br>
              <a:rPr lang="en-US" sz="3200">
                <a:solidFill>
                  <a:schemeClr val="lt1"/>
                </a:solidFill>
              </a:rPr>
            </a:br>
            <a:endParaRPr sz="3200">
              <a:solidFill>
                <a:schemeClr val="lt1"/>
              </a:solidFill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Char char="●"/>
            </a:pPr>
            <a:r>
              <a:rPr lang="en-US" sz="3200">
                <a:solidFill>
                  <a:schemeClr val="lt1"/>
                </a:solidFill>
              </a:rPr>
              <a:t>PGD collapses rapidly</a:t>
            </a:r>
            <a:endParaRPr sz="3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8" name="Google Shape;278;g3ccc7ef1692_0_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01250" y="1278875"/>
            <a:ext cx="10927400" cy="819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ccc7ef1692_0_111"/>
          <p:cNvSpPr txBox="1"/>
          <p:nvPr/>
        </p:nvSpPr>
        <p:spPr>
          <a:xfrm>
            <a:off x="1392850" y="122900"/>
            <a:ext cx="11698200" cy="12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Arial"/>
              <a:buNone/>
            </a:pPr>
            <a:r>
              <a:rPr b="0" i="0" lang="en-US" sz="5500" u="none" cap="none" strike="noStrike">
                <a:solidFill>
                  <a:srgbClr val="0F1A38"/>
                </a:solidFill>
                <a:latin typeface="Inter"/>
                <a:ea typeface="Inter"/>
                <a:cs typeface="Inter"/>
                <a:sym typeface="Inter"/>
              </a:rPr>
              <a:t>FINANCIAL INSIGHTS</a:t>
            </a:r>
            <a:endParaRPr b="0" i="0" sz="5500" u="none" cap="none" strike="noStrike">
              <a:solidFill>
                <a:srgbClr val="0F1A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84" name="Google Shape;284;g3ccc7ef1692_0_111"/>
          <p:cNvGrpSpPr/>
          <p:nvPr/>
        </p:nvGrpSpPr>
        <p:grpSpPr>
          <a:xfrm>
            <a:off x="-109242" y="0"/>
            <a:ext cx="18488254" cy="10592137"/>
            <a:chOff x="0" y="0"/>
            <a:chExt cx="1662000" cy="2709333"/>
          </a:xfrm>
        </p:grpSpPr>
        <p:sp>
          <p:nvSpPr>
            <p:cNvPr id="285" name="Google Shape;285;g3ccc7ef1692_0_111"/>
            <p:cNvSpPr/>
            <p:nvPr/>
          </p:nvSpPr>
          <p:spPr>
            <a:xfrm>
              <a:off x="0" y="0"/>
              <a:ext cx="1661910" cy="2709333"/>
            </a:xfrm>
            <a:custGeom>
              <a:rect b="b" l="l" r="r" t="t"/>
              <a:pathLst>
                <a:path extrusionOk="0" h="2709333" w="1661910">
                  <a:moveTo>
                    <a:pt x="0" y="0"/>
                  </a:moveTo>
                  <a:lnTo>
                    <a:pt x="1661910" y="0"/>
                  </a:lnTo>
                  <a:lnTo>
                    <a:pt x="166191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</p:sp>
        <p:sp>
          <p:nvSpPr>
            <p:cNvPr id="286" name="Google Shape;286;g3ccc7ef1692_0_111"/>
            <p:cNvSpPr txBox="1"/>
            <p:nvPr/>
          </p:nvSpPr>
          <p:spPr>
            <a:xfrm>
              <a:off x="0" y="38100"/>
              <a:ext cx="1662000" cy="267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7" name="Google Shape;287;g3ccc7ef1692_0_111"/>
          <p:cNvSpPr txBox="1"/>
          <p:nvPr/>
        </p:nvSpPr>
        <p:spPr>
          <a:xfrm>
            <a:off x="95250" y="644075"/>
            <a:ext cx="18192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4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Results Summary</a:t>
            </a:r>
            <a:endParaRPr b="1" i="0" sz="40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8" name="Google Shape;288;g3ccc7ef1692_0_111"/>
          <p:cNvSpPr txBox="1"/>
          <p:nvPr/>
        </p:nvSpPr>
        <p:spPr>
          <a:xfrm>
            <a:off x="-109250" y="1582850"/>
            <a:ext cx="7126200" cy="7587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Char char="●"/>
            </a:pPr>
            <a:r>
              <a:rPr lang="en-US" sz="3200">
                <a:solidFill>
                  <a:schemeClr val="lt1"/>
                </a:solidFill>
              </a:rPr>
              <a:t>Attack success approaches 1.0 as epsilon increases.</a:t>
            </a:r>
            <a:endParaRPr sz="3200">
              <a:solidFill>
                <a:schemeClr val="lt1"/>
              </a:solidFill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Char char="●"/>
            </a:pPr>
            <a:r>
              <a:rPr lang="en-US" sz="3200">
                <a:solidFill>
                  <a:schemeClr val="lt1"/>
                </a:solidFill>
              </a:rPr>
              <a:t>By ε=0.3, nearly every correctly classified image can be flipped.</a:t>
            </a:r>
            <a:endParaRPr sz="3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9" name="Google Shape;289;g3ccc7ef1692_0_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01250" y="1278875"/>
            <a:ext cx="10927400" cy="819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718a07838d_0_40"/>
          <p:cNvSpPr txBox="1"/>
          <p:nvPr/>
        </p:nvSpPr>
        <p:spPr>
          <a:xfrm>
            <a:off x="1392850" y="122900"/>
            <a:ext cx="11698200" cy="12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Arial"/>
              <a:buNone/>
            </a:pPr>
            <a:r>
              <a:rPr b="0" i="0" lang="en-US" sz="5500" u="none" cap="none" strike="noStrike">
                <a:solidFill>
                  <a:srgbClr val="0F1A38"/>
                </a:solidFill>
                <a:latin typeface="Inter"/>
                <a:ea typeface="Inter"/>
                <a:cs typeface="Inter"/>
                <a:sym typeface="Inter"/>
              </a:rPr>
              <a:t>FINANCIAL INSIGHTS</a:t>
            </a:r>
            <a:endParaRPr b="0" i="0" sz="5500" u="none" cap="none" strike="noStrike">
              <a:solidFill>
                <a:srgbClr val="0F1A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95" name="Google Shape;295;g3718a07838d_0_40"/>
          <p:cNvGrpSpPr/>
          <p:nvPr/>
        </p:nvGrpSpPr>
        <p:grpSpPr>
          <a:xfrm>
            <a:off x="-109242" y="0"/>
            <a:ext cx="18488254" cy="10592137"/>
            <a:chOff x="0" y="0"/>
            <a:chExt cx="1662000" cy="2709333"/>
          </a:xfrm>
        </p:grpSpPr>
        <p:sp>
          <p:nvSpPr>
            <p:cNvPr id="296" name="Google Shape;296;g3718a07838d_0_40"/>
            <p:cNvSpPr/>
            <p:nvPr/>
          </p:nvSpPr>
          <p:spPr>
            <a:xfrm>
              <a:off x="0" y="0"/>
              <a:ext cx="1661910" cy="2709333"/>
            </a:xfrm>
            <a:custGeom>
              <a:rect b="b" l="l" r="r" t="t"/>
              <a:pathLst>
                <a:path extrusionOk="0" h="2709333" w="1661910">
                  <a:moveTo>
                    <a:pt x="0" y="0"/>
                  </a:moveTo>
                  <a:lnTo>
                    <a:pt x="1661910" y="0"/>
                  </a:lnTo>
                  <a:lnTo>
                    <a:pt x="166191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</p:sp>
        <p:sp>
          <p:nvSpPr>
            <p:cNvPr id="297" name="Google Shape;297;g3718a07838d_0_40"/>
            <p:cNvSpPr txBox="1"/>
            <p:nvPr/>
          </p:nvSpPr>
          <p:spPr>
            <a:xfrm>
              <a:off x="0" y="38100"/>
              <a:ext cx="1662000" cy="267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8" name="Google Shape;298;g3718a07838d_0_40"/>
          <p:cNvSpPr txBox="1"/>
          <p:nvPr/>
        </p:nvSpPr>
        <p:spPr>
          <a:xfrm>
            <a:off x="95250" y="644075"/>
            <a:ext cx="18192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4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Key Observations</a:t>
            </a:r>
            <a:endParaRPr b="1" i="0" sz="40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9" name="Google Shape;299;g3718a07838d_0_40"/>
          <p:cNvSpPr txBox="1"/>
          <p:nvPr/>
        </p:nvSpPr>
        <p:spPr>
          <a:xfrm>
            <a:off x="0" y="1683300"/>
            <a:ext cx="13490100" cy="5354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Char char="●"/>
            </a:pPr>
            <a:r>
              <a:rPr lang="en-US" sz="3200">
                <a:solidFill>
                  <a:schemeClr val="lt1"/>
                </a:solidFill>
              </a:rPr>
              <a:t>High standard accuracy ≠ robustness</a:t>
            </a:r>
            <a:br>
              <a:rPr lang="en-US" sz="3200">
                <a:solidFill>
                  <a:schemeClr val="lt1"/>
                </a:solidFill>
              </a:rPr>
            </a:br>
            <a:endParaRPr sz="3200">
              <a:solidFill>
                <a:schemeClr val="lt1"/>
              </a:solidFill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Char char="●"/>
            </a:pPr>
            <a:r>
              <a:rPr lang="en-US" sz="3200">
                <a:solidFill>
                  <a:schemeClr val="lt1"/>
                </a:solidFill>
              </a:rPr>
              <a:t>Iterative attacks are significantly stronger</a:t>
            </a:r>
            <a:br>
              <a:rPr lang="en-US" sz="3200">
                <a:solidFill>
                  <a:schemeClr val="lt1"/>
                </a:solidFill>
              </a:rPr>
            </a:br>
            <a:endParaRPr sz="3200">
              <a:solidFill>
                <a:schemeClr val="lt1"/>
              </a:solidFill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Char char="●"/>
            </a:pPr>
            <a:r>
              <a:rPr lang="en-US" sz="3200">
                <a:solidFill>
                  <a:schemeClr val="lt1"/>
                </a:solidFill>
              </a:rPr>
              <a:t>Small perturbations cause catastrophic failure</a:t>
            </a:r>
            <a:br>
              <a:rPr lang="en-US" sz="3200">
                <a:solidFill>
                  <a:schemeClr val="lt1"/>
                </a:solidFill>
              </a:rPr>
            </a:br>
            <a:endParaRPr sz="3200">
              <a:solidFill>
                <a:schemeClr val="lt1"/>
              </a:solidFill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Char char="●"/>
            </a:pPr>
            <a:r>
              <a:rPr lang="en-US" sz="3200">
                <a:solidFill>
                  <a:schemeClr val="lt1"/>
                </a:solidFill>
              </a:rPr>
              <a:t>Decision boundaries are fragile</a:t>
            </a:r>
            <a:endParaRPr sz="32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br>
              <a:rPr b="0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718a07838d_0_88"/>
          <p:cNvSpPr txBox="1"/>
          <p:nvPr/>
        </p:nvSpPr>
        <p:spPr>
          <a:xfrm>
            <a:off x="6085350" y="3134000"/>
            <a:ext cx="6117300" cy="23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6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THANK YOU!</a:t>
            </a:r>
            <a:endParaRPr b="0" i="0" sz="60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cKinsey Consulting Report Slides">
  <a:themeElements>
    <a:clrScheme name="Office">
      <a:dk1>
        <a:srgbClr val="0F1A38"/>
      </a:dk1>
      <a:lt1>
        <a:srgbClr val="FFFFFF"/>
      </a:lt1>
      <a:dk2>
        <a:srgbClr val="121A5D"/>
      </a:dk2>
      <a:lt2>
        <a:srgbClr val="E7E7E7"/>
      </a:lt2>
      <a:accent1>
        <a:srgbClr val="0B6AE9"/>
      </a:accent1>
      <a:accent2>
        <a:srgbClr val="E7E7E7"/>
      </a:accent2>
      <a:accent3>
        <a:srgbClr val="FFFFFF"/>
      </a:accent3>
      <a:accent4>
        <a:srgbClr val="888888"/>
      </a:accent4>
      <a:accent5>
        <a:srgbClr val="0F1A38"/>
      </a:accent5>
      <a:accent6>
        <a:srgbClr val="121A5D"/>
      </a:accent6>
      <a:hlink>
        <a:srgbClr val="0B6AE9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